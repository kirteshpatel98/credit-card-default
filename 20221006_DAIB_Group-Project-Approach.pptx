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  <p:sldMasterId id="2147483673" r:id="rId6"/>
  </p:sldMasterIdLst>
  <p:sldIdLst>
    <p:sldId id="256" r:id="rId7"/>
    <p:sldId id="264" r:id="rId8"/>
    <p:sldId id="265" r:id="rId9"/>
    <p:sldId id="262" r:id="rId10"/>
    <p:sldId id="261" r:id="rId11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437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922506-920D-0741-B01E-58A48D07E96E}" v="29" dt="2022-10-25T15:59:59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/>
    <p:restoredTop sz="94674"/>
  </p:normalViewPr>
  <p:slideViewPr>
    <p:cSldViewPr snapToGrid="0" snapToObjects="1" showGuides="1">
      <p:cViewPr>
        <p:scale>
          <a:sx n="106" d="100"/>
          <a:sy n="106" d="100"/>
        </p:scale>
        <p:origin x="616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Peters" userId="e463cf84-5a1a-4657-a6da-7b997830dfab" providerId="ADAL" clId="{B6922506-920D-0741-B01E-58A48D07E96E}"/>
    <pc:docChg chg="undo custSel addSld delSld modSld sldOrd addMainMaster modMainMaster">
      <pc:chgData name="Marco Peters" userId="e463cf84-5a1a-4657-a6da-7b997830dfab" providerId="ADAL" clId="{B6922506-920D-0741-B01E-58A48D07E96E}" dt="2022-10-25T16:00:14.760" v="2080" actId="14100"/>
      <pc:docMkLst>
        <pc:docMk/>
      </pc:docMkLst>
      <pc:sldChg chg="addSp delSp modSp mod">
        <pc:chgData name="Marco Peters" userId="e463cf84-5a1a-4657-a6da-7b997830dfab" providerId="ADAL" clId="{B6922506-920D-0741-B01E-58A48D07E96E}" dt="2022-10-25T15:01:57.958" v="446" actId="13926"/>
        <pc:sldMkLst>
          <pc:docMk/>
          <pc:sldMk cId="3306326954" sldId="256"/>
        </pc:sldMkLst>
        <pc:spChg chg="mod">
          <ac:chgData name="Marco Peters" userId="e463cf84-5a1a-4657-a6da-7b997830dfab" providerId="ADAL" clId="{B6922506-920D-0741-B01E-58A48D07E96E}" dt="2022-10-25T15:01:57.958" v="446" actId="13926"/>
          <ac:spMkLst>
            <pc:docMk/>
            <pc:sldMk cId="3306326954" sldId="256"/>
            <ac:spMk id="3" creationId="{7847CD20-38DD-7C43-A9AD-E1A1C68CEEE2}"/>
          </ac:spMkLst>
        </pc:spChg>
        <pc:spChg chg="add del mod">
          <ac:chgData name="Marco Peters" userId="e463cf84-5a1a-4657-a6da-7b997830dfab" providerId="ADAL" clId="{B6922506-920D-0741-B01E-58A48D07E96E}" dt="2022-10-25T14:50:05.695" v="184" actId="478"/>
          <ac:spMkLst>
            <pc:docMk/>
            <pc:sldMk cId="3306326954" sldId="256"/>
            <ac:spMk id="4" creationId="{495C8660-6453-1742-9668-E13CE5FE2235}"/>
          </ac:spMkLst>
        </pc:spChg>
        <pc:spChg chg="add mod">
          <ac:chgData name="Marco Peters" userId="e463cf84-5a1a-4657-a6da-7b997830dfab" providerId="ADAL" clId="{B6922506-920D-0741-B01E-58A48D07E96E}" dt="2022-10-25T15:00:04.054" v="398" actId="164"/>
          <ac:spMkLst>
            <pc:docMk/>
            <pc:sldMk cId="3306326954" sldId="256"/>
            <ac:spMk id="7" creationId="{46E99C1E-5459-584E-814F-E4A81D9B790B}"/>
          </ac:spMkLst>
        </pc:spChg>
        <pc:spChg chg="mod">
          <ac:chgData name="Marco Peters" userId="e463cf84-5a1a-4657-a6da-7b997830dfab" providerId="ADAL" clId="{B6922506-920D-0741-B01E-58A48D07E96E}" dt="2022-10-25T15:01:07.400" v="444"/>
          <ac:spMkLst>
            <pc:docMk/>
            <pc:sldMk cId="3306326954" sldId="256"/>
            <ac:spMk id="11" creationId="{FDA7F717-F75F-B64D-8BC3-516CAEF8A979}"/>
          </ac:spMkLst>
        </pc:spChg>
        <pc:grpChg chg="add del mod">
          <ac:chgData name="Marco Peters" userId="e463cf84-5a1a-4657-a6da-7b997830dfab" providerId="ADAL" clId="{B6922506-920D-0741-B01E-58A48D07E96E}" dt="2022-10-25T15:01:13.441" v="445" actId="478"/>
          <ac:grpSpMkLst>
            <pc:docMk/>
            <pc:sldMk cId="3306326954" sldId="256"/>
            <ac:grpSpMk id="8" creationId="{90121EC6-A6C9-F645-90AC-6E2DCFB10845}"/>
          </ac:grpSpMkLst>
        </pc:grpChg>
        <pc:grpChg chg="add mod">
          <ac:chgData name="Marco Peters" userId="e463cf84-5a1a-4657-a6da-7b997830dfab" providerId="ADAL" clId="{B6922506-920D-0741-B01E-58A48D07E96E}" dt="2022-10-25T15:01:07.400" v="444"/>
          <ac:grpSpMkLst>
            <pc:docMk/>
            <pc:sldMk cId="3306326954" sldId="256"/>
            <ac:grpSpMk id="9" creationId="{DA7FD7D9-1B94-7948-B00E-AF89D9E208AD}"/>
          </ac:grpSpMkLst>
        </pc:grpChg>
        <pc:picChg chg="add mod">
          <ac:chgData name="Marco Peters" userId="e463cf84-5a1a-4657-a6da-7b997830dfab" providerId="ADAL" clId="{B6922506-920D-0741-B01E-58A48D07E96E}" dt="2022-10-25T15:00:04.054" v="398" actId="164"/>
          <ac:picMkLst>
            <pc:docMk/>
            <pc:sldMk cId="3306326954" sldId="256"/>
            <ac:picMk id="6" creationId="{A9E7446D-AFFE-FD48-A6F5-9546E8C6DA7C}"/>
          </ac:picMkLst>
        </pc:picChg>
        <pc:picChg chg="mod">
          <ac:chgData name="Marco Peters" userId="e463cf84-5a1a-4657-a6da-7b997830dfab" providerId="ADAL" clId="{B6922506-920D-0741-B01E-58A48D07E96E}" dt="2022-10-25T15:01:07.400" v="444"/>
          <ac:picMkLst>
            <pc:docMk/>
            <pc:sldMk cId="3306326954" sldId="256"/>
            <ac:picMk id="10" creationId="{BEF7DB30-EB05-7646-94D1-C732EF949468}"/>
          </ac:picMkLst>
        </pc:picChg>
      </pc:sldChg>
      <pc:sldChg chg="modSp add del mod modShow">
        <pc:chgData name="Marco Peters" userId="e463cf84-5a1a-4657-a6da-7b997830dfab" providerId="ADAL" clId="{B6922506-920D-0741-B01E-58A48D07E96E}" dt="2022-10-25T14:55:58.679" v="240" actId="2696"/>
        <pc:sldMkLst>
          <pc:docMk/>
          <pc:sldMk cId="898244913" sldId="258"/>
        </pc:sldMkLst>
        <pc:spChg chg="mod">
          <ac:chgData name="Marco Peters" userId="e463cf84-5a1a-4657-a6da-7b997830dfab" providerId="ADAL" clId="{B6922506-920D-0741-B01E-58A48D07E96E}" dt="2022-10-25T14:52:36.916" v="196"/>
          <ac:spMkLst>
            <pc:docMk/>
            <pc:sldMk cId="898244913" sldId="258"/>
            <ac:spMk id="4" creationId="{1D635655-3C77-C061-B665-6CCC8D761466}"/>
          </ac:spMkLst>
        </pc:spChg>
      </pc:sldChg>
      <pc:sldChg chg="delSp modSp del mod modClrScheme chgLayout">
        <pc:chgData name="Marco Peters" userId="e463cf84-5a1a-4657-a6da-7b997830dfab" providerId="ADAL" clId="{B6922506-920D-0741-B01E-58A48D07E96E}" dt="2022-10-25T15:19:31.384" v="1051" actId="2696"/>
        <pc:sldMkLst>
          <pc:docMk/>
          <pc:sldMk cId="4023564586" sldId="259"/>
        </pc:sldMkLst>
        <pc:spChg chg="mod ord">
          <ac:chgData name="Marco Peters" userId="e463cf84-5a1a-4657-a6da-7b997830dfab" providerId="ADAL" clId="{B6922506-920D-0741-B01E-58A48D07E96E}" dt="2022-10-25T15:04:43.256" v="521" actId="20577"/>
          <ac:spMkLst>
            <pc:docMk/>
            <pc:sldMk cId="4023564586" sldId="259"/>
            <ac:spMk id="2" creationId="{D5653D35-EB90-8246-BF7D-32EC411CFC17}"/>
          </ac:spMkLst>
        </pc:spChg>
        <pc:spChg chg="del">
          <ac:chgData name="Marco Peters" userId="e463cf84-5a1a-4657-a6da-7b997830dfab" providerId="ADAL" clId="{B6922506-920D-0741-B01E-58A48D07E96E}" dt="2022-10-25T15:04:12.251" v="454" actId="478"/>
          <ac:spMkLst>
            <pc:docMk/>
            <pc:sldMk cId="4023564586" sldId="259"/>
            <ac:spMk id="3" creationId="{4ED250F8-9B04-A343-B287-0748675995C2}"/>
          </ac:spMkLst>
        </pc:spChg>
        <pc:spChg chg="del">
          <ac:chgData name="Marco Peters" userId="e463cf84-5a1a-4657-a6da-7b997830dfab" providerId="ADAL" clId="{B6922506-920D-0741-B01E-58A48D07E96E}" dt="2022-10-25T15:04:12.251" v="454" actId="478"/>
          <ac:spMkLst>
            <pc:docMk/>
            <pc:sldMk cId="4023564586" sldId="259"/>
            <ac:spMk id="4" creationId="{5830CF94-E581-824E-A97D-8EEBB00EDF23}"/>
          </ac:spMkLst>
        </pc:spChg>
        <pc:spChg chg="del">
          <ac:chgData name="Marco Peters" userId="e463cf84-5a1a-4657-a6da-7b997830dfab" providerId="ADAL" clId="{B6922506-920D-0741-B01E-58A48D07E96E}" dt="2022-10-25T15:04:12.251" v="454" actId="478"/>
          <ac:spMkLst>
            <pc:docMk/>
            <pc:sldMk cId="4023564586" sldId="259"/>
            <ac:spMk id="5" creationId="{5BB3B036-63F7-6F4C-B252-7C6DF524D51B}"/>
          </ac:spMkLst>
        </pc:spChg>
        <pc:spChg chg="del">
          <ac:chgData name="Marco Peters" userId="e463cf84-5a1a-4657-a6da-7b997830dfab" providerId="ADAL" clId="{B6922506-920D-0741-B01E-58A48D07E96E}" dt="2022-10-25T15:04:12.251" v="454" actId="478"/>
          <ac:spMkLst>
            <pc:docMk/>
            <pc:sldMk cId="4023564586" sldId="259"/>
            <ac:spMk id="6" creationId="{95B33DF0-5B79-D440-BF3B-834A18CA28CF}"/>
          </ac:spMkLst>
        </pc:spChg>
      </pc:sldChg>
      <pc:sldChg chg="modSp del mod modClrScheme chgLayout">
        <pc:chgData name="Marco Peters" userId="e463cf84-5a1a-4657-a6da-7b997830dfab" providerId="ADAL" clId="{B6922506-920D-0741-B01E-58A48D07E96E}" dt="2022-10-25T15:46:47.548" v="1906" actId="2696"/>
        <pc:sldMkLst>
          <pc:docMk/>
          <pc:sldMk cId="2937454477" sldId="260"/>
        </pc:sldMkLst>
        <pc:spChg chg="mod ord">
          <ac:chgData name="Marco Peters" userId="e463cf84-5a1a-4657-a6da-7b997830dfab" providerId="ADAL" clId="{B6922506-920D-0741-B01E-58A48D07E96E}" dt="2022-10-25T15:02:58.975" v="452" actId="27636"/>
          <ac:spMkLst>
            <pc:docMk/>
            <pc:sldMk cId="2937454477" sldId="260"/>
            <ac:spMk id="2" creationId="{D5653D35-EB90-8246-BF7D-32EC411CFC17}"/>
          </ac:spMkLst>
        </pc:spChg>
      </pc:sldChg>
      <pc:sldChg chg="addSp modSp mod ord modShow">
        <pc:chgData name="Marco Peters" userId="e463cf84-5a1a-4657-a6da-7b997830dfab" providerId="ADAL" clId="{B6922506-920D-0741-B01E-58A48D07E96E}" dt="2022-10-25T15:02:09.180" v="448" actId="20578"/>
        <pc:sldMkLst>
          <pc:docMk/>
          <pc:sldMk cId="4276127361" sldId="261"/>
        </pc:sldMkLst>
        <pc:spChg chg="add mod">
          <ac:chgData name="Marco Peters" userId="e463cf84-5a1a-4657-a6da-7b997830dfab" providerId="ADAL" clId="{B6922506-920D-0741-B01E-58A48D07E96E}" dt="2022-10-25T14:53:26.062" v="238" actId="20577"/>
          <ac:spMkLst>
            <pc:docMk/>
            <pc:sldMk cId="4276127361" sldId="261"/>
            <ac:spMk id="3" creationId="{D6A557E2-DD20-BE44-94AB-DFE38917BFAF}"/>
          </ac:spMkLst>
        </pc:spChg>
      </pc:sldChg>
      <pc:sldChg chg="add mod modShow">
        <pc:chgData name="Marco Peters" userId="e463cf84-5a1a-4657-a6da-7b997830dfab" providerId="ADAL" clId="{B6922506-920D-0741-B01E-58A48D07E96E}" dt="2022-10-25T14:56:01.969" v="241" actId="729"/>
        <pc:sldMkLst>
          <pc:docMk/>
          <pc:sldMk cId="3750298020" sldId="262"/>
        </pc:sldMkLst>
      </pc:sldChg>
      <pc:sldChg chg="add del">
        <pc:chgData name="Marco Peters" userId="e463cf84-5a1a-4657-a6da-7b997830dfab" providerId="ADAL" clId="{B6922506-920D-0741-B01E-58A48D07E96E}" dt="2022-10-25T15:46:02.944" v="1880" actId="2696"/>
        <pc:sldMkLst>
          <pc:docMk/>
          <pc:sldMk cId="1186362756" sldId="263"/>
        </pc:sldMkLst>
      </pc:sldChg>
      <pc:sldChg chg="addSp delSp modSp add mod modClrScheme chgLayout">
        <pc:chgData name="Marco Peters" userId="e463cf84-5a1a-4657-a6da-7b997830dfab" providerId="ADAL" clId="{B6922506-920D-0741-B01E-58A48D07E96E}" dt="2022-10-25T15:46:39.669" v="1905" actId="27636"/>
        <pc:sldMkLst>
          <pc:docMk/>
          <pc:sldMk cId="2385986161" sldId="264"/>
        </pc:sldMkLst>
        <pc:spChg chg="mod ord">
          <ac:chgData name="Marco Peters" userId="e463cf84-5a1a-4657-a6da-7b997830dfab" providerId="ADAL" clId="{B6922506-920D-0741-B01E-58A48D07E96E}" dt="2022-10-25T15:42:22.468" v="1809" actId="20577"/>
          <ac:spMkLst>
            <pc:docMk/>
            <pc:sldMk cId="2385986161" sldId="264"/>
            <ac:spMk id="2" creationId="{D5653D35-EB90-8246-BF7D-32EC411CFC17}"/>
          </ac:spMkLst>
        </pc:spChg>
        <pc:spChg chg="add mod ord">
          <ac:chgData name="Marco Peters" userId="e463cf84-5a1a-4657-a6da-7b997830dfab" providerId="ADAL" clId="{B6922506-920D-0741-B01E-58A48D07E96E}" dt="2022-10-25T15:46:39.669" v="1905" actId="27636"/>
          <ac:spMkLst>
            <pc:docMk/>
            <pc:sldMk cId="2385986161" sldId="264"/>
            <ac:spMk id="3" creationId="{1E55FC42-9481-AD4B-B328-594FB4148219}"/>
          </ac:spMkLst>
        </pc:spChg>
        <pc:spChg chg="add mod">
          <ac:chgData name="Marco Peters" userId="e463cf84-5a1a-4657-a6da-7b997830dfab" providerId="ADAL" clId="{B6922506-920D-0741-B01E-58A48D07E96E}" dt="2022-10-25T15:38:22.644" v="1705" actId="207"/>
          <ac:spMkLst>
            <pc:docMk/>
            <pc:sldMk cId="2385986161" sldId="264"/>
            <ac:spMk id="4" creationId="{7F14DEE8-0D30-344F-BE90-F786C7BD3005}"/>
          </ac:spMkLst>
        </pc:spChg>
        <pc:spChg chg="add mod">
          <ac:chgData name="Marco Peters" userId="e463cf84-5a1a-4657-a6da-7b997830dfab" providerId="ADAL" clId="{B6922506-920D-0741-B01E-58A48D07E96E}" dt="2022-10-25T15:38:51.576" v="1715" actId="207"/>
          <ac:spMkLst>
            <pc:docMk/>
            <pc:sldMk cId="2385986161" sldId="264"/>
            <ac:spMk id="5" creationId="{BFCB5BE3-EA81-764A-9EFF-DAF7CD25948A}"/>
          </ac:spMkLst>
        </pc:spChg>
        <pc:spChg chg="add mod">
          <ac:chgData name="Marco Peters" userId="e463cf84-5a1a-4657-a6da-7b997830dfab" providerId="ADAL" clId="{B6922506-920D-0741-B01E-58A48D07E96E}" dt="2022-10-25T15:43:04.343" v="1813" actId="207"/>
          <ac:spMkLst>
            <pc:docMk/>
            <pc:sldMk cId="2385986161" sldId="264"/>
            <ac:spMk id="6" creationId="{7F87A1DB-2A22-CC4F-846F-8F7A98CC786E}"/>
          </ac:spMkLst>
        </pc:spChg>
        <pc:spChg chg="add mod">
          <ac:chgData name="Marco Peters" userId="e463cf84-5a1a-4657-a6da-7b997830dfab" providerId="ADAL" clId="{B6922506-920D-0741-B01E-58A48D07E96E}" dt="2022-10-25T15:43:04.343" v="1813" actId="207"/>
          <ac:spMkLst>
            <pc:docMk/>
            <pc:sldMk cId="2385986161" sldId="264"/>
            <ac:spMk id="7" creationId="{A27A2AEE-C0D8-6449-9F32-4023422B782D}"/>
          </ac:spMkLst>
        </pc:spChg>
        <pc:spChg chg="add mod">
          <ac:chgData name="Marco Peters" userId="e463cf84-5a1a-4657-a6da-7b997830dfab" providerId="ADAL" clId="{B6922506-920D-0741-B01E-58A48D07E96E}" dt="2022-10-25T15:22:18.230" v="1143" actId="207"/>
          <ac:spMkLst>
            <pc:docMk/>
            <pc:sldMk cId="2385986161" sldId="264"/>
            <ac:spMk id="8" creationId="{4105DC64-B4BD-1349-9C65-993D4269D42E}"/>
          </ac:spMkLst>
        </pc:spChg>
        <pc:spChg chg="add mod">
          <ac:chgData name="Marco Peters" userId="e463cf84-5a1a-4657-a6da-7b997830dfab" providerId="ADAL" clId="{B6922506-920D-0741-B01E-58A48D07E96E}" dt="2022-10-25T15:23:17.481" v="1174" actId="2085"/>
          <ac:spMkLst>
            <pc:docMk/>
            <pc:sldMk cId="2385986161" sldId="264"/>
            <ac:spMk id="9" creationId="{F8A5A7EE-26B7-B645-9BEC-F0582570825F}"/>
          </ac:spMkLst>
        </pc:spChg>
        <pc:spChg chg="add mod">
          <ac:chgData name="Marco Peters" userId="e463cf84-5a1a-4657-a6da-7b997830dfab" providerId="ADAL" clId="{B6922506-920D-0741-B01E-58A48D07E96E}" dt="2022-10-25T15:36:16.949" v="1688" actId="403"/>
          <ac:spMkLst>
            <pc:docMk/>
            <pc:sldMk cId="2385986161" sldId="264"/>
            <ac:spMk id="10" creationId="{58EF0D38-8295-A04C-BAF3-C3E4D5DA888B}"/>
          </ac:spMkLst>
        </pc:spChg>
        <pc:spChg chg="add del mod">
          <ac:chgData name="Marco Peters" userId="e463cf84-5a1a-4657-a6da-7b997830dfab" providerId="ADAL" clId="{B6922506-920D-0741-B01E-58A48D07E96E}" dt="2022-10-25T15:43:09.861" v="1814" actId="478"/>
          <ac:spMkLst>
            <pc:docMk/>
            <pc:sldMk cId="2385986161" sldId="264"/>
            <ac:spMk id="11" creationId="{915171B4-0544-4649-9653-AE7D35C7056F}"/>
          </ac:spMkLst>
        </pc:spChg>
        <pc:spChg chg="add mod">
          <ac:chgData name="Marco Peters" userId="e463cf84-5a1a-4657-a6da-7b997830dfab" providerId="ADAL" clId="{B6922506-920D-0741-B01E-58A48D07E96E}" dt="2022-10-25T15:43:04.343" v="1813" actId="207"/>
          <ac:spMkLst>
            <pc:docMk/>
            <pc:sldMk cId="2385986161" sldId="264"/>
            <ac:spMk id="12" creationId="{F814BB96-650F-6845-BC63-19626125CF9C}"/>
          </ac:spMkLst>
        </pc:spChg>
        <pc:spChg chg="add mod">
          <ac:chgData name="Marco Peters" userId="e463cf84-5a1a-4657-a6da-7b997830dfab" providerId="ADAL" clId="{B6922506-920D-0741-B01E-58A48D07E96E}" dt="2022-10-25T15:45:58.023" v="1879" actId="113"/>
          <ac:spMkLst>
            <pc:docMk/>
            <pc:sldMk cId="2385986161" sldId="264"/>
            <ac:spMk id="13" creationId="{B481DDE7-5ECB-3442-AA9C-F696114163BD}"/>
          </ac:spMkLst>
        </pc:spChg>
        <pc:spChg chg="add mod">
          <ac:chgData name="Marco Peters" userId="e463cf84-5a1a-4657-a6da-7b997830dfab" providerId="ADAL" clId="{B6922506-920D-0741-B01E-58A48D07E96E}" dt="2022-10-25T15:44:49.712" v="1834" actId="1582"/>
          <ac:spMkLst>
            <pc:docMk/>
            <pc:sldMk cId="2385986161" sldId="264"/>
            <ac:spMk id="19" creationId="{0E2CDA02-39E7-E245-BE8F-254461FFA170}"/>
          </ac:spMkLst>
        </pc:spChg>
        <pc:cxnChg chg="add mod">
          <ac:chgData name="Marco Peters" userId="e463cf84-5a1a-4657-a6da-7b997830dfab" providerId="ADAL" clId="{B6922506-920D-0741-B01E-58A48D07E96E}" dt="2022-10-25T15:22:38.998" v="1156" actId="1036"/>
          <ac:cxnSpMkLst>
            <pc:docMk/>
            <pc:sldMk cId="2385986161" sldId="264"/>
            <ac:cxnSpMk id="15" creationId="{F25877EC-25F8-BC47-B2EC-10174822FD98}"/>
          </ac:cxnSpMkLst>
        </pc:cxnChg>
        <pc:cxnChg chg="add mod">
          <ac:chgData name="Marco Peters" userId="e463cf84-5a1a-4657-a6da-7b997830dfab" providerId="ADAL" clId="{B6922506-920D-0741-B01E-58A48D07E96E}" dt="2022-10-25T15:23:13.392" v="1173" actId="1076"/>
          <ac:cxnSpMkLst>
            <pc:docMk/>
            <pc:sldMk cId="2385986161" sldId="264"/>
            <ac:cxnSpMk id="16" creationId="{0C3A0D86-AC47-8A43-8E3F-6B45552CBD22}"/>
          </ac:cxnSpMkLst>
        </pc:cxnChg>
      </pc:sldChg>
      <pc:sldChg chg="addSp delSp modSp add mod">
        <pc:chgData name="Marco Peters" userId="e463cf84-5a1a-4657-a6da-7b997830dfab" providerId="ADAL" clId="{B6922506-920D-0741-B01E-58A48D07E96E}" dt="2022-10-25T16:00:14.760" v="2080" actId="14100"/>
        <pc:sldMkLst>
          <pc:docMk/>
          <pc:sldMk cId="2042906284" sldId="265"/>
        </pc:sldMkLst>
        <pc:spChg chg="mod">
          <ac:chgData name="Marco Peters" userId="e463cf84-5a1a-4657-a6da-7b997830dfab" providerId="ADAL" clId="{B6922506-920D-0741-B01E-58A48D07E96E}" dt="2022-10-25T15:56:51.949" v="1913" actId="20577"/>
          <ac:spMkLst>
            <pc:docMk/>
            <pc:sldMk cId="2042906284" sldId="265"/>
            <ac:spMk id="2" creationId="{D5653D35-EB90-8246-BF7D-32EC411CFC17}"/>
          </ac:spMkLst>
        </pc:spChg>
        <pc:spChg chg="mod">
          <ac:chgData name="Marco Peters" userId="e463cf84-5a1a-4657-a6da-7b997830dfab" providerId="ADAL" clId="{B6922506-920D-0741-B01E-58A48D07E96E}" dt="2022-10-25T15:57:31.644" v="1980" actId="20577"/>
          <ac:spMkLst>
            <pc:docMk/>
            <pc:sldMk cId="2042906284" sldId="265"/>
            <ac:spMk id="3" creationId="{1E55FC42-9481-AD4B-B328-594FB4148219}"/>
          </ac:spMkLst>
        </pc:spChg>
        <pc:spChg chg="mod">
          <ac:chgData name="Marco Peters" userId="e463cf84-5a1a-4657-a6da-7b997830dfab" providerId="ADAL" clId="{B6922506-920D-0741-B01E-58A48D07E96E}" dt="2022-10-25T15:59:46.467" v="2073" actId="14100"/>
          <ac:spMkLst>
            <pc:docMk/>
            <pc:sldMk cId="2042906284" sldId="265"/>
            <ac:spMk id="4" creationId="{7F14DEE8-0D30-344F-BE90-F786C7BD3005}"/>
          </ac:spMkLst>
        </pc:spChg>
        <pc:spChg chg="mod">
          <ac:chgData name="Marco Peters" userId="e463cf84-5a1a-4657-a6da-7b997830dfab" providerId="ADAL" clId="{B6922506-920D-0741-B01E-58A48D07E96E}" dt="2022-10-25T15:59:46.467" v="2073" actId="14100"/>
          <ac:spMkLst>
            <pc:docMk/>
            <pc:sldMk cId="2042906284" sldId="265"/>
            <ac:spMk id="5" creationId="{BFCB5BE3-EA81-764A-9EFF-DAF7CD25948A}"/>
          </ac:spMkLst>
        </pc:spChg>
        <pc:spChg chg="mod">
          <ac:chgData name="Marco Peters" userId="e463cf84-5a1a-4657-a6da-7b997830dfab" providerId="ADAL" clId="{B6922506-920D-0741-B01E-58A48D07E96E}" dt="2022-10-25T15:59:11.423" v="2017" actId="14100"/>
          <ac:spMkLst>
            <pc:docMk/>
            <pc:sldMk cId="2042906284" sldId="265"/>
            <ac:spMk id="6" creationId="{7F87A1DB-2A22-CC4F-846F-8F7A98CC786E}"/>
          </ac:spMkLst>
        </pc:spChg>
        <pc:spChg chg="mod">
          <ac:chgData name="Marco Peters" userId="e463cf84-5a1a-4657-a6da-7b997830dfab" providerId="ADAL" clId="{B6922506-920D-0741-B01E-58A48D07E96E}" dt="2022-10-25T15:59:11.423" v="2017" actId="14100"/>
          <ac:spMkLst>
            <pc:docMk/>
            <pc:sldMk cId="2042906284" sldId="265"/>
            <ac:spMk id="7" creationId="{A27A2AEE-C0D8-6449-9F32-4023422B782D}"/>
          </ac:spMkLst>
        </pc:spChg>
        <pc:spChg chg="mod">
          <ac:chgData name="Marco Peters" userId="e463cf84-5a1a-4657-a6da-7b997830dfab" providerId="ADAL" clId="{B6922506-920D-0741-B01E-58A48D07E96E}" dt="2022-10-25T15:59:46.467" v="2073" actId="14100"/>
          <ac:spMkLst>
            <pc:docMk/>
            <pc:sldMk cId="2042906284" sldId="265"/>
            <ac:spMk id="8" creationId="{4105DC64-B4BD-1349-9C65-993D4269D42E}"/>
          </ac:spMkLst>
        </pc:spChg>
        <pc:spChg chg="mod">
          <ac:chgData name="Marco Peters" userId="e463cf84-5a1a-4657-a6da-7b997830dfab" providerId="ADAL" clId="{B6922506-920D-0741-B01E-58A48D07E96E}" dt="2022-10-25T15:59:11.423" v="2017" actId="14100"/>
          <ac:spMkLst>
            <pc:docMk/>
            <pc:sldMk cId="2042906284" sldId="265"/>
            <ac:spMk id="9" creationId="{F8A5A7EE-26B7-B645-9BEC-F0582570825F}"/>
          </ac:spMkLst>
        </pc:spChg>
        <pc:spChg chg="mod">
          <ac:chgData name="Marco Peters" userId="e463cf84-5a1a-4657-a6da-7b997830dfab" providerId="ADAL" clId="{B6922506-920D-0741-B01E-58A48D07E96E}" dt="2022-10-25T15:59:46.467" v="2073" actId="14100"/>
          <ac:spMkLst>
            <pc:docMk/>
            <pc:sldMk cId="2042906284" sldId="265"/>
            <ac:spMk id="10" creationId="{58EF0D38-8295-A04C-BAF3-C3E4D5DA888B}"/>
          </ac:spMkLst>
        </pc:spChg>
        <pc:spChg chg="mod">
          <ac:chgData name="Marco Peters" userId="e463cf84-5a1a-4657-a6da-7b997830dfab" providerId="ADAL" clId="{B6922506-920D-0741-B01E-58A48D07E96E}" dt="2022-10-25T15:59:11.423" v="2017" actId="14100"/>
          <ac:spMkLst>
            <pc:docMk/>
            <pc:sldMk cId="2042906284" sldId="265"/>
            <ac:spMk id="12" creationId="{F814BB96-650F-6845-BC63-19626125CF9C}"/>
          </ac:spMkLst>
        </pc:spChg>
        <pc:spChg chg="del">
          <ac:chgData name="Marco Peters" userId="e463cf84-5a1a-4657-a6da-7b997830dfab" providerId="ADAL" clId="{B6922506-920D-0741-B01E-58A48D07E96E}" dt="2022-10-25T15:57:44.097" v="1981" actId="478"/>
          <ac:spMkLst>
            <pc:docMk/>
            <pc:sldMk cId="2042906284" sldId="265"/>
            <ac:spMk id="13" creationId="{B481DDE7-5ECB-3442-AA9C-F696114163BD}"/>
          </ac:spMkLst>
        </pc:spChg>
        <pc:spChg chg="add mod">
          <ac:chgData name="Marco Peters" userId="e463cf84-5a1a-4657-a6da-7b997830dfab" providerId="ADAL" clId="{B6922506-920D-0741-B01E-58A48D07E96E}" dt="2022-10-25T16:00:14.760" v="2080" actId="14100"/>
          <ac:spMkLst>
            <pc:docMk/>
            <pc:sldMk cId="2042906284" sldId="265"/>
            <ac:spMk id="18" creationId="{619BDDDF-340B-9D4B-B5A0-B2446A485916}"/>
          </ac:spMkLst>
        </pc:spChg>
        <pc:spChg chg="del">
          <ac:chgData name="Marco Peters" userId="e463cf84-5a1a-4657-a6da-7b997830dfab" providerId="ADAL" clId="{B6922506-920D-0741-B01E-58A48D07E96E}" dt="2022-10-25T15:57:44.097" v="1981" actId="478"/>
          <ac:spMkLst>
            <pc:docMk/>
            <pc:sldMk cId="2042906284" sldId="265"/>
            <ac:spMk id="19" creationId="{0E2CDA02-39E7-E245-BE8F-254461FFA170}"/>
          </ac:spMkLst>
        </pc:spChg>
        <pc:spChg chg="add mod">
          <ac:chgData name="Marco Peters" userId="e463cf84-5a1a-4657-a6da-7b997830dfab" providerId="ADAL" clId="{B6922506-920D-0741-B01E-58A48D07E96E}" dt="2022-10-25T16:00:14.760" v="2080" actId="14100"/>
          <ac:spMkLst>
            <pc:docMk/>
            <pc:sldMk cId="2042906284" sldId="265"/>
            <ac:spMk id="20" creationId="{D5540C36-86FD-6F44-9896-3BAE54C88D31}"/>
          </ac:spMkLst>
        </pc:spChg>
        <pc:spChg chg="add mod">
          <ac:chgData name="Marco Peters" userId="e463cf84-5a1a-4657-a6da-7b997830dfab" providerId="ADAL" clId="{B6922506-920D-0741-B01E-58A48D07E96E}" dt="2022-10-25T16:00:14.760" v="2080" actId="14100"/>
          <ac:spMkLst>
            <pc:docMk/>
            <pc:sldMk cId="2042906284" sldId="265"/>
            <ac:spMk id="21" creationId="{5A8E555F-0A4A-E74D-B044-816B7855C98C}"/>
          </ac:spMkLst>
        </pc:spChg>
        <pc:spChg chg="add mod">
          <ac:chgData name="Marco Peters" userId="e463cf84-5a1a-4657-a6da-7b997830dfab" providerId="ADAL" clId="{B6922506-920D-0741-B01E-58A48D07E96E}" dt="2022-10-25T16:00:14.760" v="2080" actId="14100"/>
          <ac:spMkLst>
            <pc:docMk/>
            <pc:sldMk cId="2042906284" sldId="265"/>
            <ac:spMk id="22" creationId="{0C2953B6-932F-E244-8DBF-B586CCF7CEA6}"/>
          </ac:spMkLst>
        </pc:spChg>
        <pc:spChg chg="add mod">
          <ac:chgData name="Marco Peters" userId="e463cf84-5a1a-4657-a6da-7b997830dfab" providerId="ADAL" clId="{B6922506-920D-0741-B01E-58A48D07E96E}" dt="2022-10-25T16:00:08.145" v="2079" actId="1076"/>
          <ac:spMkLst>
            <pc:docMk/>
            <pc:sldMk cId="2042906284" sldId="265"/>
            <ac:spMk id="24" creationId="{A6BD2606-4484-9147-9DE8-CBAC65923597}"/>
          </ac:spMkLst>
        </pc:spChg>
        <pc:spChg chg="add mod">
          <ac:chgData name="Marco Peters" userId="e463cf84-5a1a-4657-a6da-7b997830dfab" providerId="ADAL" clId="{B6922506-920D-0741-B01E-58A48D07E96E}" dt="2022-10-25T16:00:08.145" v="2079" actId="1076"/>
          <ac:spMkLst>
            <pc:docMk/>
            <pc:sldMk cId="2042906284" sldId="265"/>
            <ac:spMk id="25" creationId="{CD9307A1-DF27-C14F-8391-A8B583EF977E}"/>
          </ac:spMkLst>
        </pc:spChg>
        <pc:spChg chg="add mod">
          <ac:chgData name="Marco Peters" userId="e463cf84-5a1a-4657-a6da-7b997830dfab" providerId="ADAL" clId="{B6922506-920D-0741-B01E-58A48D07E96E}" dt="2022-10-25T16:00:08.145" v="2079" actId="1076"/>
          <ac:spMkLst>
            <pc:docMk/>
            <pc:sldMk cId="2042906284" sldId="265"/>
            <ac:spMk id="26" creationId="{891B2C0E-EB0E-8F4B-B27F-A4563528E266}"/>
          </ac:spMkLst>
        </pc:spChg>
        <pc:spChg chg="add mod">
          <ac:chgData name="Marco Peters" userId="e463cf84-5a1a-4657-a6da-7b997830dfab" providerId="ADAL" clId="{B6922506-920D-0741-B01E-58A48D07E96E}" dt="2022-10-25T16:00:08.145" v="2079" actId="1076"/>
          <ac:spMkLst>
            <pc:docMk/>
            <pc:sldMk cId="2042906284" sldId="265"/>
            <ac:spMk id="27" creationId="{4F1FF46D-5A8C-1947-B22F-3609C0348D2B}"/>
          </ac:spMkLst>
        </pc:spChg>
        <pc:cxnChg chg="mod">
          <ac:chgData name="Marco Peters" userId="e463cf84-5a1a-4657-a6da-7b997830dfab" providerId="ADAL" clId="{B6922506-920D-0741-B01E-58A48D07E96E}" dt="2022-10-25T15:59:11.423" v="2017" actId="14100"/>
          <ac:cxnSpMkLst>
            <pc:docMk/>
            <pc:sldMk cId="2042906284" sldId="265"/>
            <ac:cxnSpMk id="15" creationId="{F25877EC-25F8-BC47-B2EC-10174822FD98}"/>
          </ac:cxnSpMkLst>
        </pc:cxnChg>
        <pc:cxnChg chg="mod">
          <ac:chgData name="Marco Peters" userId="e463cf84-5a1a-4657-a6da-7b997830dfab" providerId="ADAL" clId="{B6922506-920D-0741-B01E-58A48D07E96E}" dt="2022-10-25T15:59:46.467" v="2073" actId="14100"/>
          <ac:cxnSpMkLst>
            <pc:docMk/>
            <pc:sldMk cId="2042906284" sldId="265"/>
            <ac:cxnSpMk id="16" creationId="{0C3A0D86-AC47-8A43-8E3F-6B45552CBD22}"/>
          </ac:cxnSpMkLst>
        </pc:cxnChg>
        <pc:cxnChg chg="add mod">
          <ac:chgData name="Marco Peters" userId="e463cf84-5a1a-4657-a6da-7b997830dfab" providerId="ADAL" clId="{B6922506-920D-0741-B01E-58A48D07E96E}" dt="2022-10-25T16:00:14.760" v="2080" actId="14100"/>
          <ac:cxnSpMkLst>
            <pc:docMk/>
            <pc:sldMk cId="2042906284" sldId="265"/>
            <ac:cxnSpMk id="23" creationId="{866904CF-1C9D-1F4D-A93A-50C7C3A6B109}"/>
          </ac:cxnSpMkLst>
        </pc:cxnChg>
        <pc:cxnChg chg="add mod">
          <ac:chgData name="Marco Peters" userId="e463cf84-5a1a-4657-a6da-7b997830dfab" providerId="ADAL" clId="{B6922506-920D-0741-B01E-58A48D07E96E}" dt="2022-10-25T16:00:08.145" v="2079" actId="1076"/>
          <ac:cxnSpMkLst>
            <pc:docMk/>
            <pc:sldMk cId="2042906284" sldId="265"/>
            <ac:cxnSpMk id="28" creationId="{F008D806-EE02-5D49-AF27-B5A17077AE2F}"/>
          </ac:cxnSpMkLst>
        </pc:cxnChg>
      </pc:sldChg>
      <pc:sldChg chg="addSp delSp modSp add del mod">
        <pc:chgData name="Marco Peters" userId="e463cf84-5a1a-4657-a6da-7b997830dfab" providerId="ADAL" clId="{B6922506-920D-0741-B01E-58A48D07E96E}" dt="2022-10-25T15:42:24.130" v="1810" actId="2696"/>
        <pc:sldMkLst>
          <pc:docMk/>
          <pc:sldMk cId="3541171693" sldId="265"/>
        </pc:sldMkLst>
        <pc:spChg chg="mod">
          <ac:chgData name="Marco Peters" userId="e463cf84-5a1a-4657-a6da-7b997830dfab" providerId="ADAL" clId="{B6922506-920D-0741-B01E-58A48D07E96E}" dt="2022-10-25T15:41:36.989" v="1779" actId="20577"/>
          <ac:spMkLst>
            <pc:docMk/>
            <pc:sldMk cId="3541171693" sldId="265"/>
            <ac:spMk id="2" creationId="{D5653D35-EB90-8246-BF7D-32EC411CFC17}"/>
          </ac:spMkLst>
        </pc:spChg>
        <pc:spChg chg="mod">
          <ac:chgData name="Marco Peters" userId="e463cf84-5a1a-4657-a6da-7b997830dfab" providerId="ADAL" clId="{B6922506-920D-0741-B01E-58A48D07E96E}" dt="2022-10-25T15:41:43.774" v="1783" actId="5793"/>
          <ac:spMkLst>
            <pc:docMk/>
            <pc:sldMk cId="3541171693" sldId="265"/>
            <ac:spMk id="3" creationId="{1E55FC42-9481-AD4B-B328-594FB4148219}"/>
          </ac:spMkLst>
        </pc:spChg>
        <pc:spChg chg="del">
          <ac:chgData name="Marco Peters" userId="e463cf84-5a1a-4657-a6da-7b997830dfab" providerId="ADAL" clId="{B6922506-920D-0741-B01E-58A48D07E96E}" dt="2022-10-25T15:41:03.219" v="1717" actId="478"/>
          <ac:spMkLst>
            <pc:docMk/>
            <pc:sldMk cId="3541171693" sldId="265"/>
            <ac:spMk id="4" creationId="{7F14DEE8-0D30-344F-BE90-F786C7BD3005}"/>
          </ac:spMkLst>
        </pc:spChg>
        <pc:spChg chg="del">
          <ac:chgData name="Marco Peters" userId="e463cf84-5a1a-4657-a6da-7b997830dfab" providerId="ADAL" clId="{B6922506-920D-0741-B01E-58A48D07E96E}" dt="2022-10-25T15:41:03.219" v="1717" actId="478"/>
          <ac:spMkLst>
            <pc:docMk/>
            <pc:sldMk cId="3541171693" sldId="265"/>
            <ac:spMk id="5" creationId="{BFCB5BE3-EA81-764A-9EFF-DAF7CD25948A}"/>
          </ac:spMkLst>
        </pc:spChg>
        <pc:spChg chg="del">
          <ac:chgData name="Marco Peters" userId="e463cf84-5a1a-4657-a6da-7b997830dfab" providerId="ADAL" clId="{B6922506-920D-0741-B01E-58A48D07E96E}" dt="2022-10-25T15:41:03.219" v="1717" actId="478"/>
          <ac:spMkLst>
            <pc:docMk/>
            <pc:sldMk cId="3541171693" sldId="265"/>
            <ac:spMk id="6" creationId="{7F87A1DB-2A22-CC4F-846F-8F7A98CC786E}"/>
          </ac:spMkLst>
        </pc:spChg>
        <pc:spChg chg="del">
          <ac:chgData name="Marco Peters" userId="e463cf84-5a1a-4657-a6da-7b997830dfab" providerId="ADAL" clId="{B6922506-920D-0741-B01E-58A48D07E96E}" dt="2022-10-25T15:41:03.219" v="1717" actId="478"/>
          <ac:spMkLst>
            <pc:docMk/>
            <pc:sldMk cId="3541171693" sldId="265"/>
            <ac:spMk id="7" creationId="{A27A2AEE-C0D8-6449-9F32-4023422B782D}"/>
          </ac:spMkLst>
        </pc:spChg>
        <pc:spChg chg="del">
          <ac:chgData name="Marco Peters" userId="e463cf84-5a1a-4657-a6da-7b997830dfab" providerId="ADAL" clId="{B6922506-920D-0741-B01E-58A48D07E96E}" dt="2022-10-25T15:41:03.219" v="1717" actId="478"/>
          <ac:spMkLst>
            <pc:docMk/>
            <pc:sldMk cId="3541171693" sldId="265"/>
            <ac:spMk id="8" creationId="{4105DC64-B4BD-1349-9C65-993D4269D42E}"/>
          </ac:spMkLst>
        </pc:spChg>
        <pc:spChg chg="del">
          <ac:chgData name="Marco Peters" userId="e463cf84-5a1a-4657-a6da-7b997830dfab" providerId="ADAL" clId="{B6922506-920D-0741-B01E-58A48D07E96E}" dt="2022-10-25T15:41:03.219" v="1717" actId="478"/>
          <ac:spMkLst>
            <pc:docMk/>
            <pc:sldMk cId="3541171693" sldId="265"/>
            <ac:spMk id="9" creationId="{F8A5A7EE-26B7-B645-9BEC-F0582570825F}"/>
          </ac:spMkLst>
        </pc:spChg>
        <pc:spChg chg="del">
          <ac:chgData name="Marco Peters" userId="e463cf84-5a1a-4657-a6da-7b997830dfab" providerId="ADAL" clId="{B6922506-920D-0741-B01E-58A48D07E96E}" dt="2022-10-25T15:41:03.219" v="1717" actId="478"/>
          <ac:spMkLst>
            <pc:docMk/>
            <pc:sldMk cId="3541171693" sldId="265"/>
            <ac:spMk id="10" creationId="{58EF0D38-8295-A04C-BAF3-C3E4D5DA888B}"/>
          </ac:spMkLst>
        </pc:spChg>
        <pc:spChg chg="del">
          <ac:chgData name="Marco Peters" userId="e463cf84-5a1a-4657-a6da-7b997830dfab" providerId="ADAL" clId="{B6922506-920D-0741-B01E-58A48D07E96E}" dt="2022-10-25T15:41:03.219" v="1717" actId="478"/>
          <ac:spMkLst>
            <pc:docMk/>
            <pc:sldMk cId="3541171693" sldId="265"/>
            <ac:spMk id="11" creationId="{915171B4-0544-4649-9653-AE7D35C7056F}"/>
          </ac:spMkLst>
        </pc:spChg>
        <pc:spChg chg="del">
          <ac:chgData name="Marco Peters" userId="e463cf84-5a1a-4657-a6da-7b997830dfab" providerId="ADAL" clId="{B6922506-920D-0741-B01E-58A48D07E96E}" dt="2022-10-25T15:41:03.219" v="1717" actId="478"/>
          <ac:spMkLst>
            <pc:docMk/>
            <pc:sldMk cId="3541171693" sldId="265"/>
            <ac:spMk id="12" creationId="{F814BB96-650F-6845-BC63-19626125CF9C}"/>
          </ac:spMkLst>
        </pc:spChg>
        <pc:spChg chg="del">
          <ac:chgData name="Marco Peters" userId="e463cf84-5a1a-4657-a6da-7b997830dfab" providerId="ADAL" clId="{B6922506-920D-0741-B01E-58A48D07E96E}" dt="2022-10-25T15:41:03.219" v="1717" actId="478"/>
          <ac:spMkLst>
            <pc:docMk/>
            <pc:sldMk cId="3541171693" sldId="265"/>
            <ac:spMk id="13" creationId="{B481DDE7-5ECB-3442-AA9C-F696114163BD}"/>
          </ac:spMkLst>
        </pc:spChg>
        <pc:spChg chg="add mod">
          <ac:chgData name="Marco Peters" userId="e463cf84-5a1a-4657-a6da-7b997830dfab" providerId="ADAL" clId="{B6922506-920D-0741-B01E-58A48D07E96E}" dt="2022-10-25T15:42:05.616" v="1787" actId="14100"/>
          <ac:spMkLst>
            <pc:docMk/>
            <pc:sldMk cId="3541171693" sldId="265"/>
            <ac:spMk id="17" creationId="{C84827A7-1001-4F4C-955A-DA0B22D091D3}"/>
          </ac:spMkLst>
        </pc:spChg>
        <pc:cxnChg chg="del">
          <ac:chgData name="Marco Peters" userId="e463cf84-5a1a-4657-a6da-7b997830dfab" providerId="ADAL" clId="{B6922506-920D-0741-B01E-58A48D07E96E}" dt="2022-10-25T15:41:03.219" v="1717" actId="478"/>
          <ac:cxnSpMkLst>
            <pc:docMk/>
            <pc:sldMk cId="3541171693" sldId="265"/>
            <ac:cxnSpMk id="15" creationId="{F25877EC-25F8-BC47-B2EC-10174822FD98}"/>
          </ac:cxnSpMkLst>
        </pc:cxnChg>
        <pc:cxnChg chg="del">
          <ac:chgData name="Marco Peters" userId="e463cf84-5a1a-4657-a6da-7b997830dfab" providerId="ADAL" clId="{B6922506-920D-0741-B01E-58A48D07E96E}" dt="2022-10-25T15:41:03.219" v="1717" actId="478"/>
          <ac:cxnSpMkLst>
            <pc:docMk/>
            <pc:sldMk cId="3541171693" sldId="265"/>
            <ac:cxnSpMk id="16" creationId="{0C3A0D86-AC47-8A43-8E3F-6B45552CBD22}"/>
          </ac:cxnSpMkLst>
        </pc:cxnChg>
      </pc:sldChg>
      <pc:sldMasterChg chg="addSldLayout modSldLayout">
        <pc:chgData name="Marco Peters" userId="e463cf84-5a1a-4657-a6da-7b997830dfab" providerId="ADAL" clId="{B6922506-920D-0741-B01E-58A48D07E96E}" dt="2022-10-25T15:16:44.148" v="1049" actId="1036"/>
        <pc:sldMasterMkLst>
          <pc:docMk/>
          <pc:sldMasterMk cId="512175195" sldId="2147483660"/>
        </pc:sldMasterMkLst>
        <pc:sldLayoutChg chg="addSp modSp mod">
          <pc:chgData name="Marco Peters" userId="e463cf84-5a1a-4657-a6da-7b997830dfab" providerId="ADAL" clId="{B6922506-920D-0741-B01E-58A48D07E96E}" dt="2022-10-25T15:00:57.361" v="441" actId="1037"/>
          <pc:sldLayoutMkLst>
            <pc:docMk/>
            <pc:sldMasterMk cId="512175195" sldId="2147483660"/>
            <pc:sldLayoutMk cId="3399823598" sldId="2147483666"/>
          </pc:sldLayoutMkLst>
          <pc:spChg chg="mod">
            <ac:chgData name="Marco Peters" userId="e463cf84-5a1a-4657-a6da-7b997830dfab" providerId="ADAL" clId="{B6922506-920D-0741-B01E-58A48D07E96E}" dt="2022-10-25T15:00:21.969" v="399"/>
            <ac:spMkLst>
              <pc:docMk/>
              <pc:sldMasterMk cId="512175195" sldId="2147483660"/>
              <pc:sldLayoutMk cId="3399823598" sldId="2147483666"/>
              <ac:spMk id="9" creationId="{DECEFDCA-62BF-CB4B-8A55-8E0A39B9985D}"/>
            </ac:spMkLst>
          </pc:spChg>
          <pc:spChg chg="mod">
            <ac:chgData name="Marco Peters" userId="e463cf84-5a1a-4657-a6da-7b997830dfab" providerId="ADAL" clId="{B6922506-920D-0741-B01E-58A48D07E96E}" dt="2022-10-25T14:56:40.607" v="323" actId="20577"/>
            <ac:spMkLst>
              <pc:docMk/>
              <pc:sldMasterMk cId="512175195" sldId="2147483660"/>
              <pc:sldLayoutMk cId="3399823598" sldId="2147483666"/>
              <ac:spMk id="13" creationId="{0A27F259-BA9A-B366-FB8C-91A88BAC85FE}"/>
            </ac:spMkLst>
          </pc:spChg>
          <pc:grpChg chg="add mod">
            <ac:chgData name="Marco Peters" userId="e463cf84-5a1a-4657-a6da-7b997830dfab" providerId="ADAL" clId="{B6922506-920D-0741-B01E-58A48D07E96E}" dt="2022-10-25T15:00:57.361" v="441" actId="1037"/>
            <ac:grpSpMkLst>
              <pc:docMk/>
              <pc:sldMasterMk cId="512175195" sldId="2147483660"/>
              <pc:sldLayoutMk cId="3399823598" sldId="2147483666"/>
              <ac:grpSpMk id="6" creationId="{D38722AB-F293-9945-845D-C8146DD6FBE0}"/>
            </ac:grpSpMkLst>
          </pc:grpChg>
          <pc:picChg chg="mod">
            <ac:chgData name="Marco Peters" userId="e463cf84-5a1a-4657-a6da-7b997830dfab" providerId="ADAL" clId="{B6922506-920D-0741-B01E-58A48D07E96E}" dt="2022-10-25T15:00:21.969" v="399"/>
            <ac:picMkLst>
              <pc:docMk/>
              <pc:sldMasterMk cId="512175195" sldId="2147483660"/>
              <pc:sldLayoutMk cId="3399823598" sldId="2147483666"/>
              <ac:picMk id="8" creationId="{68B98195-8FB1-5941-B029-9642EFB06A51}"/>
            </ac:picMkLst>
          </pc:picChg>
        </pc:sldLayoutChg>
        <pc:sldLayoutChg chg="addSp delSp modSp add mod modTransition">
          <pc:chgData name="Marco Peters" userId="e463cf84-5a1a-4657-a6da-7b997830dfab" providerId="ADAL" clId="{B6922506-920D-0741-B01E-58A48D07E96E}" dt="2022-10-25T15:16:44.148" v="1049" actId="1036"/>
          <pc:sldLayoutMkLst>
            <pc:docMk/>
            <pc:sldMasterMk cId="512175195" sldId="2147483660"/>
            <pc:sldLayoutMk cId="3111447941" sldId="2147483672"/>
          </pc:sldLayoutMkLst>
          <pc:spChg chg="add del">
            <ac:chgData name="Marco Peters" userId="e463cf84-5a1a-4657-a6da-7b997830dfab" providerId="ADAL" clId="{B6922506-920D-0741-B01E-58A48D07E96E}" dt="2022-10-25T15:06:23.535" v="555" actId="11529"/>
            <ac:spMkLst>
              <pc:docMk/>
              <pc:sldMasterMk cId="512175195" sldId="2147483660"/>
              <pc:sldLayoutMk cId="3111447941" sldId="2147483672"/>
              <ac:spMk id="3" creationId="{C1A40DC0-A24E-0E41-9A8D-90F5CFE86CE4}"/>
            </ac:spMkLst>
          </pc:spChg>
          <pc:spChg chg="add del mod">
            <ac:chgData name="Marco Peters" userId="e463cf84-5a1a-4657-a6da-7b997830dfab" providerId="ADAL" clId="{B6922506-920D-0741-B01E-58A48D07E96E}" dt="2022-10-25T15:06:25.252" v="556" actId="478"/>
            <ac:spMkLst>
              <pc:docMk/>
              <pc:sldMasterMk cId="512175195" sldId="2147483660"/>
              <pc:sldLayoutMk cId="3111447941" sldId="2147483672"/>
              <ac:spMk id="4" creationId="{1E1F972C-76A5-A341-86D7-006CC7F66E0B}"/>
            </ac:spMkLst>
          </pc:spChg>
          <pc:spChg chg="add del">
            <ac:chgData name="Marco Peters" userId="e463cf84-5a1a-4657-a6da-7b997830dfab" providerId="ADAL" clId="{B6922506-920D-0741-B01E-58A48D07E96E}" dt="2022-10-25T15:06:32.025" v="557" actId="11529"/>
            <ac:spMkLst>
              <pc:docMk/>
              <pc:sldMasterMk cId="512175195" sldId="2147483660"/>
              <pc:sldLayoutMk cId="3111447941" sldId="2147483672"/>
              <ac:spMk id="5" creationId="{6AD9186D-BA31-764B-B5F5-34D3ED4B85C9}"/>
            </ac:spMkLst>
          </pc:spChg>
          <pc:spChg chg="add del mod">
            <ac:chgData name="Marco Peters" userId="e463cf84-5a1a-4657-a6da-7b997830dfab" providerId="ADAL" clId="{B6922506-920D-0741-B01E-58A48D07E96E}" dt="2022-10-25T15:07:06.607" v="607" actId="478"/>
            <ac:spMkLst>
              <pc:docMk/>
              <pc:sldMasterMk cId="512175195" sldId="2147483660"/>
              <pc:sldLayoutMk cId="3111447941" sldId="2147483672"/>
              <ac:spMk id="10" creationId="{DF054836-6E50-214C-B806-2B13C03CD053}"/>
            </ac:spMkLst>
          </pc:spChg>
          <pc:spChg chg="add mod">
            <ac:chgData name="Marco Peters" userId="e463cf84-5a1a-4657-a6da-7b997830dfab" providerId="ADAL" clId="{B6922506-920D-0741-B01E-58A48D07E96E}" dt="2022-10-25T15:16:44.148" v="1049" actId="1036"/>
            <ac:spMkLst>
              <pc:docMk/>
              <pc:sldMasterMk cId="512175195" sldId="2147483660"/>
              <pc:sldLayoutMk cId="3111447941" sldId="2147483672"/>
              <ac:spMk id="11" creationId="{46EDCE00-7CFE-4042-9652-D9AD0D9616A5}"/>
            </ac:spMkLst>
          </pc:spChg>
          <pc:cxnChg chg="mod">
            <ac:chgData name="Marco Peters" userId="e463cf84-5a1a-4657-a6da-7b997830dfab" providerId="ADAL" clId="{B6922506-920D-0741-B01E-58A48D07E96E}" dt="2022-10-25T15:15:21.322" v="858" actId="1036"/>
            <ac:cxnSpMkLst>
              <pc:docMk/>
              <pc:sldMasterMk cId="512175195" sldId="2147483660"/>
              <pc:sldLayoutMk cId="3111447941" sldId="2147483672"/>
              <ac:cxnSpMk id="16" creationId="{115A25BF-7856-520E-F58D-78A8801181D4}"/>
            </ac:cxnSpMkLst>
          </pc:cxnChg>
        </pc:sldLayoutChg>
      </pc:sldMasterChg>
      <pc:sldMasterChg chg="new mod addSldLayout">
        <pc:chgData name="Marco Peters" userId="e463cf84-5a1a-4657-a6da-7b997830dfab" providerId="ADAL" clId="{B6922506-920D-0741-B01E-58A48D07E96E}" dt="2022-10-25T15:13:57.716" v="840" actId="6938"/>
        <pc:sldMasterMkLst>
          <pc:docMk/>
          <pc:sldMasterMk cId="1339988047" sldId="2147483673"/>
        </pc:sldMasterMkLst>
        <pc:sldLayoutChg chg="new replId">
          <pc:chgData name="Marco Peters" userId="e463cf84-5a1a-4657-a6da-7b997830dfab" providerId="ADAL" clId="{B6922506-920D-0741-B01E-58A48D07E96E}" dt="2022-10-25T15:13:57.716" v="840" actId="6938"/>
          <pc:sldLayoutMkLst>
            <pc:docMk/>
            <pc:sldMasterMk cId="1339988047" sldId="2147483673"/>
            <pc:sldLayoutMk cId="520628506" sldId="2147483674"/>
          </pc:sldLayoutMkLst>
        </pc:sldLayoutChg>
        <pc:sldLayoutChg chg="new replId">
          <pc:chgData name="Marco Peters" userId="e463cf84-5a1a-4657-a6da-7b997830dfab" providerId="ADAL" clId="{B6922506-920D-0741-B01E-58A48D07E96E}" dt="2022-10-25T15:13:57.716" v="840" actId="6938"/>
          <pc:sldLayoutMkLst>
            <pc:docMk/>
            <pc:sldMasterMk cId="1339988047" sldId="2147483673"/>
            <pc:sldLayoutMk cId="1957561855" sldId="2147483675"/>
          </pc:sldLayoutMkLst>
        </pc:sldLayoutChg>
        <pc:sldLayoutChg chg="new replId">
          <pc:chgData name="Marco Peters" userId="e463cf84-5a1a-4657-a6da-7b997830dfab" providerId="ADAL" clId="{B6922506-920D-0741-B01E-58A48D07E96E}" dt="2022-10-25T15:13:57.716" v="840" actId="6938"/>
          <pc:sldLayoutMkLst>
            <pc:docMk/>
            <pc:sldMasterMk cId="1339988047" sldId="2147483673"/>
            <pc:sldLayoutMk cId="1455649451" sldId="2147483676"/>
          </pc:sldLayoutMkLst>
        </pc:sldLayoutChg>
        <pc:sldLayoutChg chg="new replId">
          <pc:chgData name="Marco Peters" userId="e463cf84-5a1a-4657-a6da-7b997830dfab" providerId="ADAL" clId="{B6922506-920D-0741-B01E-58A48D07E96E}" dt="2022-10-25T15:13:57.716" v="840" actId="6938"/>
          <pc:sldLayoutMkLst>
            <pc:docMk/>
            <pc:sldMasterMk cId="1339988047" sldId="2147483673"/>
            <pc:sldLayoutMk cId="3070928708" sldId="2147483677"/>
          </pc:sldLayoutMkLst>
        </pc:sldLayoutChg>
        <pc:sldLayoutChg chg="new replId">
          <pc:chgData name="Marco Peters" userId="e463cf84-5a1a-4657-a6da-7b997830dfab" providerId="ADAL" clId="{B6922506-920D-0741-B01E-58A48D07E96E}" dt="2022-10-25T15:13:57.716" v="840" actId="6938"/>
          <pc:sldLayoutMkLst>
            <pc:docMk/>
            <pc:sldMasterMk cId="1339988047" sldId="2147483673"/>
            <pc:sldLayoutMk cId="3414977722" sldId="2147483678"/>
          </pc:sldLayoutMkLst>
        </pc:sldLayoutChg>
        <pc:sldLayoutChg chg="new replId">
          <pc:chgData name="Marco Peters" userId="e463cf84-5a1a-4657-a6da-7b997830dfab" providerId="ADAL" clId="{B6922506-920D-0741-B01E-58A48D07E96E}" dt="2022-10-25T15:13:57.716" v="840" actId="6938"/>
          <pc:sldLayoutMkLst>
            <pc:docMk/>
            <pc:sldMasterMk cId="1339988047" sldId="2147483673"/>
            <pc:sldLayoutMk cId="3382306139" sldId="2147483679"/>
          </pc:sldLayoutMkLst>
        </pc:sldLayoutChg>
        <pc:sldLayoutChg chg="new replId">
          <pc:chgData name="Marco Peters" userId="e463cf84-5a1a-4657-a6da-7b997830dfab" providerId="ADAL" clId="{B6922506-920D-0741-B01E-58A48D07E96E}" dt="2022-10-25T15:13:57.716" v="840" actId="6938"/>
          <pc:sldLayoutMkLst>
            <pc:docMk/>
            <pc:sldMasterMk cId="1339988047" sldId="2147483673"/>
            <pc:sldLayoutMk cId="505487679" sldId="2147483680"/>
          </pc:sldLayoutMkLst>
        </pc:sldLayoutChg>
        <pc:sldLayoutChg chg="new replId">
          <pc:chgData name="Marco Peters" userId="e463cf84-5a1a-4657-a6da-7b997830dfab" providerId="ADAL" clId="{B6922506-920D-0741-B01E-58A48D07E96E}" dt="2022-10-25T15:13:57.716" v="840" actId="6938"/>
          <pc:sldLayoutMkLst>
            <pc:docMk/>
            <pc:sldMasterMk cId="1339988047" sldId="2147483673"/>
            <pc:sldLayoutMk cId="2759508170" sldId="2147483681"/>
          </pc:sldLayoutMkLst>
        </pc:sldLayoutChg>
        <pc:sldLayoutChg chg="new replId">
          <pc:chgData name="Marco Peters" userId="e463cf84-5a1a-4657-a6da-7b997830dfab" providerId="ADAL" clId="{B6922506-920D-0741-B01E-58A48D07E96E}" dt="2022-10-25T15:13:57.716" v="840" actId="6938"/>
          <pc:sldLayoutMkLst>
            <pc:docMk/>
            <pc:sldMasterMk cId="1339988047" sldId="2147483673"/>
            <pc:sldLayoutMk cId="4238442624" sldId="2147483682"/>
          </pc:sldLayoutMkLst>
        </pc:sldLayoutChg>
        <pc:sldLayoutChg chg="new replId">
          <pc:chgData name="Marco Peters" userId="e463cf84-5a1a-4657-a6da-7b997830dfab" providerId="ADAL" clId="{B6922506-920D-0741-B01E-58A48D07E96E}" dt="2022-10-25T15:13:57.716" v="840" actId="6938"/>
          <pc:sldLayoutMkLst>
            <pc:docMk/>
            <pc:sldMasterMk cId="1339988047" sldId="2147483673"/>
            <pc:sldLayoutMk cId="1532454187" sldId="2147483683"/>
          </pc:sldLayoutMkLst>
        </pc:sldLayoutChg>
        <pc:sldLayoutChg chg="new replId">
          <pc:chgData name="Marco Peters" userId="e463cf84-5a1a-4657-a6da-7b997830dfab" providerId="ADAL" clId="{B6922506-920D-0741-B01E-58A48D07E96E}" dt="2022-10-25T15:13:57.716" v="840" actId="6938"/>
          <pc:sldLayoutMkLst>
            <pc:docMk/>
            <pc:sldMasterMk cId="1339988047" sldId="2147483673"/>
            <pc:sldLayoutMk cId="1284145225" sldId="2147483684"/>
          </pc:sldLayoutMkLst>
        </pc:sldLayoutChg>
      </pc:sldMaster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5CB84-DC5F-014A-BC99-6F19408FE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F6B65-E1A1-0941-AC84-A9C894349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54DDC-A12C-B349-ACA8-C65792C5C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F21B-F447-0147-8FFC-172E945958FD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59EE7-B179-FA42-8F2D-D63AA9E55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EF65B-A875-FE46-91C7-7FD4EDAC4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A755A-DE16-074B-9DD4-135650C8219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86751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B3411-619D-154A-9838-978DE7601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02E4F-4656-1C4F-B5F0-37FCF31F4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7DE18-4104-A340-99CA-52A8FB7A2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F21B-F447-0147-8FFC-172E945958FD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63256-F116-2C45-8857-8E3A5D27C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B77A4-E134-EF4C-A898-AAE92789C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A755A-DE16-074B-9DD4-135650C8219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0445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A4997-C75F-B848-8A66-E2B759FA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037BE-D5ED-B04C-B586-A3106976D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638EB-4C09-9B4A-9C39-A3728E1CB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F21B-F447-0147-8FFC-172E945958FD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E2E85-031B-2340-8119-CB12D7F89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A6222-5ED3-9A49-AE21-3F36DA90B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A755A-DE16-074B-9DD4-135650C8219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68259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87AA-E506-9345-B171-6E5F0DF9D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1425A-47A7-7343-9BC0-B7C24BEBF1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085DEC-DAEC-C54A-BEA6-B61E7F0C2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EB4FB-EFD1-DA44-88B9-62E8CAC60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F21B-F447-0147-8FFC-172E945958FD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2ED46-58B2-7E43-88F3-22B32A2C5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04479-7909-C84C-9995-CBE187369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A755A-DE16-074B-9DD4-135650C8219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17235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3AEBE-41C2-834C-BC2B-A783591DC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2CC7C-7A76-3049-B77E-901920EAA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0D229-46C5-6842-B223-24A5A352A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33D83-B856-4D44-8B3C-5B83ED006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364FF4-7614-874D-B105-232F7DBE4E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AD4243-A3EE-C44E-9B42-EB0DD35E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F21B-F447-0147-8FFC-172E945958FD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CEEB69-7D80-5D48-BAF2-99B2EBB73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E2A1C1-6CFD-A042-B10B-B6DB1AAC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A755A-DE16-074B-9DD4-135650C8219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30515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4553E-1329-9748-875C-A168B2785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62C443-661B-C345-965B-B451B216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F21B-F447-0147-8FFC-172E945958FD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2D7D14-06D3-D24B-9E64-A5AB60725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FC4465-481C-3443-9740-C38A7F9A2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A755A-DE16-074B-9DD4-135650C8219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96167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FEC33B-E3DD-0643-8C67-A5A8848D1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F21B-F447-0147-8FFC-172E945958FD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9FDC7C-2821-3146-8B8D-77B0F1B08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9C553-B09C-7446-9C0B-B52320C33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A755A-DE16-074B-9DD4-135650C8219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58833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7EB6B-C720-F643-AA23-91561C479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0D87F-4313-A64B-995B-C2225F5F8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B2EEB5-3D15-864F-BB39-E7F964261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72F83D-1DCD-D649-9864-F5F9C90D1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F21B-F447-0147-8FFC-172E945958FD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CF5D9-B8BE-9046-A760-CF34DEF9C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8EA53-3E38-C14C-A2FE-2CD8109DA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A755A-DE16-074B-9DD4-135650C8219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31942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1C917-C632-E646-974B-69D756E64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D284B6-D25D-CF4F-9896-F29E390A4B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D41411-D0A6-B844-99FD-512C6845A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621F1-A050-B942-971A-2054BF1FC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F21B-F447-0147-8FFC-172E945958FD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8E24F-B45D-794D-94AE-517320AB5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AB99D-D609-574A-A821-16481ECC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A755A-DE16-074B-9DD4-135650C8219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21784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1916D-6E3A-D84E-8F7B-9D5AFE2C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3D64B-DD19-EE4F-8A06-E8072288A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067BF-58F7-744C-8963-E5BC77A1E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F21B-F447-0147-8FFC-172E945958FD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B17C4-ADC5-444A-ACE2-9FF42F4D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7C69C-C176-4040-95AA-E5F867310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A755A-DE16-074B-9DD4-135650C8219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42647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140A38-58AF-1C45-9DD0-74B10FFC6A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5447F-B06D-9547-A63C-12B0310A2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970DE-8995-8647-911B-26B0AE1DC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F21B-F447-0147-8FFC-172E945958FD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CD8A4-2EFB-8946-BEA7-18E3CA77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C6669-7EEE-BE4D-91AD-50A2AA092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A755A-DE16-074B-9DD4-135650C8219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903706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2445C-CA49-51AE-F9BB-98E29DEFA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65314-FE14-A8CE-D462-75B782382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C12CD-BB8F-A872-A2D3-96F7026C0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88C63-B4C9-4505-8D59-94C1B3419E8A}" type="datetimeFigureOut">
              <a:rPr lang="de-DE" smtClean="0"/>
              <a:t>25.10.22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AF75A-CF52-5FBF-2EAD-F13C14F70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FEB84-B23F-3BBA-AC20-4A4EE98E5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11FF8-7559-4A12-98E7-966A932ABA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34721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F1B6C-1D2C-4189-219C-910A618E4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4D003-F560-60A5-C1BB-1BF6FEA8D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EC833-023D-4C79-D749-F77D0953C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88C63-B4C9-4505-8D59-94C1B3419E8A}" type="datetimeFigureOut">
              <a:rPr lang="de-DE" smtClean="0"/>
              <a:t>25.10.22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B2458-E2ED-4167-B824-9A4E2790C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6086F-6D61-5445-1F87-3848C856D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11FF8-7559-4A12-98E7-966A932ABA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9556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1E279-0603-5630-F09D-E39212B45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90140-46E5-381E-0CF3-CB83505E7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0111A-B16B-DD20-5F55-3B0426751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88C63-B4C9-4505-8D59-94C1B3419E8A}" type="datetimeFigureOut">
              <a:rPr lang="de-DE" smtClean="0"/>
              <a:t>25.10.22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3669D-B10B-CAE6-8BEA-4EFF28502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4935B-4DF1-2A96-6A48-958F345B6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11FF8-7559-4A12-98E7-966A932ABA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5937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11C38-F4E5-5603-8803-FB8DFAF5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8613F-A839-20F6-E78D-43F4CA700B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EC31A-B804-2BF7-5115-0D9B2B695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F7CC8-2684-8471-F723-E76B5B107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88C63-B4C9-4505-8D59-94C1B3419E8A}" type="datetimeFigureOut">
              <a:rPr lang="de-DE" smtClean="0"/>
              <a:t>25.10.22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4F323-4AB0-D18E-3236-D1A6BA184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FF153-832C-54B8-786A-8F552F370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11FF8-7559-4A12-98E7-966A932ABA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6729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15C24-34BB-F390-7D95-34AAB58B2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40014-49D5-5EB2-DFA3-B4F8EB08D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84DA55-CA7B-592C-2827-C68E5FCA1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C84F22-54AD-9388-506C-18172F1CD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0A7513-F948-775A-86D0-DE89A2D721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2AA9B8-B88D-3108-3A20-82109A996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88C63-B4C9-4505-8D59-94C1B3419E8A}" type="datetimeFigureOut">
              <a:rPr lang="de-DE" smtClean="0"/>
              <a:t>25.10.22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B23927-129D-0588-C3C9-3BDBBCADB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F62D32-550F-73A2-95EC-D820C67C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11FF8-7559-4A12-98E7-966A932ABA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71756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6D83A80-DD20-2305-6CBB-73E871C0E5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698487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6D83A80-DD20-2305-6CBB-73E871C0E5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E4DF4AA-86A4-E20E-1BAC-7B3715CB9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36336"/>
            <a:ext cx="11430000" cy="404440"/>
          </a:xfrm>
        </p:spPr>
        <p:txBody>
          <a:bodyPr vert="horz"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27F259-BA9A-B366-FB8C-91A88BAC85FE}"/>
              </a:ext>
            </a:extLst>
          </p:cNvPr>
          <p:cNvSpPr txBox="1">
            <a:spLocks/>
          </p:cNvSpPr>
          <p:nvPr userDrawn="1"/>
        </p:nvSpPr>
        <p:spPr>
          <a:xfrm>
            <a:off x="161189" y="140676"/>
            <a:ext cx="10515600" cy="2244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800" dirty="0">
                <a:solidFill>
                  <a:schemeClr val="bg1">
                    <a:lumMod val="50000"/>
                  </a:schemeClr>
                </a:solidFill>
              </a:rPr>
              <a:t>Introduction to Data Analytics in Business – Group Project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5A25BF-7856-520E-F58D-78A8801181D4}"/>
              </a:ext>
            </a:extLst>
          </p:cNvPr>
          <p:cNvCxnSpPr>
            <a:cxnSpLocks/>
          </p:cNvCxnSpPr>
          <p:nvPr userDrawn="1"/>
        </p:nvCxnSpPr>
        <p:spPr>
          <a:xfrm>
            <a:off x="381000" y="940776"/>
            <a:ext cx="1143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38722AB-F293-9945-845D-C8146DD6FBE0}"/>
              </a:ext>
            </a:extLst>
          </p:cNvPr>
          <p:cNvGrpSpPr/>
          <p:nvPr userDrawn="1"/>
        </p:nvGrpSpPr>
        <p:grpSpPr>
          <a:xfrm>
            <a:off x="10591799" y="122236"/>
            <a:ext cx="1490400" cy="476101"/>
            <a:chOff x="10515599" y="185736"/>
            <a:chExt cx="1490400" cy="476101"/>
          </a:xfrm>
        </p:grpSpPr>
        <p:pic>
          <p:nvPicPr>
            <p:cNvPr id="8" name="Picture 7" descr="Text&#10;&#10;Description automatically generated with medium confidence">
              <a:extLst>
                <a:ext uri="{FF2B5EF4-FFF2-40B4-BE49-F238E27FC236}">
                  <a16:creationId xmlns:a16="http://schemas.microsoft.com/office/drawing/2014/main" id="{68B98195-8FB1-5941-B029-9642EFB06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515599" y="185736"/>
              <a:ext cx="1490400" cy="476101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CEFDCA-62BF-CB4B-8A55-8E0A39B9985D}"/>
                </a:ext>
              </a:extLst>
            </p:cNvPr>
            <p:cNvSpPr/>
            <p:nvPr/>
          </p:nvSpPr>
          <p:spPr>
            <a:xfrm>
              <a:off x="10515599" y="185736"/>
              <a:ext cx="1490400" cy="475200"/>
            </a:xfrm>
            <a:prstGeom prst="rect">
              <a:avLst/>
            </a:prstGeom>
            <a:solidFill>
              <a:srgbClr val="FFFF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</p:spTree>
    <p:extLst>
      <p:ext uri="{BB962C8B-B14F-4D97-AF65-F5344CB8AC3E}">
        <p14:creationId xmlns:p14="http://schemas.microsoft.com/office/powerpoint/2010/main" val="33998235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6D83A80-DD20-2305-6CBB-73E871C0E5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701715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6D83A80-DD20-2305-6CBB-73E871C0E5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E4DF4AA-86A4-E20E-1BAC-7B3715CB9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36336"/>
            <a:ext cx="11430000" cy="404440"/>
          </a:xfrm>
        </p:spPr>
        <p:txBody>
          <a:bodyPr vert="horz"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27F259-BA9A-B366-FB8C-91A88BAC85FE}"/>
              </a:ext>
            </a:extLst>
          </p:cNvPr>
          <p:cNvSpPr txBox="1">
            <a:spLocks/>
          </p:cNvSpPr>
          <p:nvPr userDrawn="1"/>
        </p:nvSpPr>
        <p:spPr>
          <a:xfrm>
            <a:off x="161189" y="140676"/>
            <a:ext cx="10515600" cy="2244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800" dirty="0">
                <a:solidFill>
                  <a:schemeClr val="bg1">
                    <a:lumMod val="50000"/>
                  </a:schemeClr>
                </a:solidFill>
              </a:rPr>
              <a:t>Introduction to Data Analytics in Business – Group Project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5A25BF-7856-520E-F58D-78A8801181D4}"/>
              </a:ext>
            </a:extLst>
          </p:cNvPr>
          <p:cNvCxnSpPr>
            <a:cxnSpLocks/>
          </p:cNvCxnSpPr>
          <p:nvPr userDrawn="1"/>
        </p:nvCxnSpPr>
        <p:spPr>
          <a:xfrm>
            <a:off x="381000" y="1245054"/>
            <a:ext cx="1143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38722AB-F293-9945-845D-C8146DD6FBE0}"/>
              </a:ext>
            </a:extLst>
          </p:cNvPr>
          <p:cNvGrpSpPr/>
          <p:nvPr userDrawn="1"/>
        </p:nvGrpSpPr>
        <p:grpSpPr>
          <a:xfrm>
            <a:off x="10591799" y="122236"/>
            <a:ext cx="1490400" cy="476101"/>
            <a:chOff x="10515599" y="185736"/>
            <a:chExt cx="1490400" cy="476101"/>
          </a:xfrm>
        </p:grpSpPr>
        <p:pic>
          <p:nvPicPr>
            <p:cNvPr id="8" name="Picture 7" descr="Text&#10;&#10;Description automatically generated with medium confidence">
              <a:extLst>
                <a:ext uri="{FF2B5EF4-FFF2-40B4-BE49-F238E27FC236}">
                  <a16:creationId xmlns:a16="http://schemas.microsoft.com/office/drawing/2014/main" id="{68B98195-8FB1-5941-B029-9642EFB06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515599" y="185736"/>
              <a:ext cx="1490400" cy="476101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CEFDCA-62BF-CB4B-8A55-8E0A39B9985D}"/>
                </a:ext>
              </a:extLst>
            </p:cNvPr>
            <p:cNvSpPr/>
            <p:nvPr/>
          </p:nvSpPr>
          <p:spPr>
            <a:xfrm>
              <a:off x="10515599" y="185736"/>
              <a:ext cx="1490400" cy="475200"/>
            </a:xfrm>
            <a:prstGeom prst="rect">
              <a:avLst/>
            </a:prstGeom>
            <a:solidFill>
              <a:srgbClr val="FFFF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6EDCE00-7CFE-4042-9652-D9AD0D9616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945183"/>
            <a:ext cx="11430000" cy="337444"/>
          </a:xfrm>
        </p:spPr>
        <p:txBody>
          <a:bodyPr lIns="90000" tIns="0" bIns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DE" sz="1800" kern="1200" dirty="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GB" dirty="0"/>
              <a:t>Click to edit subtitle style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1114479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4AC4CD-590F-6253-64A8-37C4E7C18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88C63-B4C9-4505-8D59-94C1B3419E8A}" type="datetimeFigureOut">
              <a:rPr lang="de-DE" smtClean="0"/>
              <a:t>25.10.22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F4E178-BF3A-5D4C-96F3-C3F421E4D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4E8AB-C5E4-114C-005E-098AF48CA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11FF8-7559-4A12-98E7-966A932ABA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13488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2C495-F51D-E02E-0B34-0F511B55E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E8552-B317-D6DB-9E29-B49047C6C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0E58D-8881-8699-79B2-366A72D7C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35B366-F8D9-D46A-8D5D-75DC06DDE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88C63-B4C9-4505-8D59-94C1B3419E8A}" type="datetimeFigureOut">
              <a:rPr lang="de-DE" smtClean="0"/>
              <a:t>25.10.22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67BA6-1F28-51DB-417E-922652CCE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D336E-EE57-DE69-5CD4-8B8F18446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11FF8-7559-4A12-98E7-966A932ABA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0025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CFD60-5888-E01B-4E84-A17F0870F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89EC6D-C055-C2D7-4209-3BA4FE9D82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CD8A9-0C9E-EF33-5719-24AC65EA7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3B931-E16E-BFA0-FAEC-3D05CE630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88C63-B4C9-4505-8D59-94C1B3419E8A}" type="datetimeFigureOut">
              <a:rPr lang="de-DE" smtClean="0"/>
              <a:t>25.10.22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4FBA6-AD8E-1A94-42BC-E8F9C789B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0D731-AB52-5C48-340D-29B9BFE55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11FF8-7559-4A12-98E7-966A932ABA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20349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2B180-6C13-76D4-1049-425A8064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40E9B4-98E9-098F-4DD2-9493A42A0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88712-55B6-3A1B-FDE6-3C9AB0F65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88C63-B4C9-4505-8D59-94C1B3419E8A}" type="datetimeFigureOut">
              <a:rPr lang="de-DE" smtClean="0"/>
              <a:t>25.10.22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97583-E4ED-A969-5512-5B88D64D4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F158C-6D03-5EFB-B5D4-239E904C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11FF8-7559-4A12-98E7-966A932ABA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13679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A21E05-F509-851E-B780-C24067EBB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4FF1D-6644-297A-1E01-F255939CE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FA785-0243-1940-0091-92665D3EF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88C63-B4C9-4505-8D59-94C1B3419E8A}" type="datetimeFigureOut">
              <a:rPr lang="de-DE" smtClean="0"/>
              <a:t>25.10.22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DBF4E-C9BF-4843-3AE1-1C5C9A9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64C2F-9783-E6ED-BC40-262D9A29C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11FF8-7559-4A12-98E7-966A932ABA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86968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5A24B-8CF7-524F-B6BA-7AE1C227F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766F85-DAE8-564C-AB5D-02943944BB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44B5E-38D4-B04B-93A4-16E25831A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7B8B-1C3D-0248-9766-B43EFC67ABBA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0961B-99A3-6C4E-B78E-A90E79EC4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CBE97-03C4-7B44-9669-E586CA0FF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B686E-BA23-0342-9B27-D155F2CF2F9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206285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20DD-2A25-3045-8842-BBBC6D27F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F98EC-4C63-894A-9CE0-7223EE707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C1A07-971C-E444-924E-D57500653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7B8B-1C3D-0248-9766-B43EFC67ABBA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0D867-D5CC-0643-96F8-341B0CB8F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34C9A-A3EF-8942-8C61-C7057FA00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B686E-BA23-0342-9B27-D155F2CF2F9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575618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3F541-FDA9-3340-AAA6-4F9DA3AF0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35043-01A3-EA4D-ADBC-828B2C261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6D3FC-8D51-CB4C-B3F9-E0807E164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7B8B-1C3D-0248-9766-B43EFC67ABBA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745C2-D9AC-E243-9A12-AF8ABC54A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8A091-BDEF-2840-8FC0-C6CDAE51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B686E-BA23-0342-9B27-D155F2CF2F9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556494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E37DE-B396-C24F-B025-192566F70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5508B-9572-3C40-939B-0BA8B53096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763D97-1429-8744-AAF1-9A624EC52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4447C-6B90-A348-A4F2-7019FDDF2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7B8B-1C3D-0248-9766-B43EFC67ABBA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E55C0-5CC1-4446-A8B8-FA9049AFC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A4C2E-84DB-6347-BD33-B890D200C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B686E-BA23-0342-9B27-D155F2CF2F9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709287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B6415-2EB6-5B4A-B157-843B4DBF1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EB7A4-8758-4842-A977-74BA14906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386FDA-100B-D94C-B788-11F72C718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A15731-7544-B74D-9012-619AB6D928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BC132F-B676-E34E-B45F-1A75908DDB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EFCFD3-9637-EE47-A1DD-38C87EF5E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7B8B-1C3D-0248-9766-B43EFC67ABBA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93EFA7-7C1A-7449-8E20-0D84A418D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4A98A2-E93A-CC49-8869-7ECA3C218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B686E-BA23-0342-9B27-D155F2CF2F9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149777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DA8AD-BF45-2D46-B4DA-9CD791F8A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3C7320-45D3-6F44-BADF-83FF058FD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7B8B-1C3D-0248-9766-B43EFC67ABBA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BCDE5A-A43E-B34C-9495-197E2378A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5874E2-9959-CF4B-9D81-7F5A36215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B686E-BA23-0342-9B27-D155F2CF2F9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823061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DBB9B1-67B3-A349-9424-E8C282280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7B8B-1C3D-0248-9766-B43EFC67ABBA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1108C8-59CB-3541-A683-31CB7622D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1F5E7-4DE1-2A4D-8559-4D1EA7C72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B686E-BA23-0342-9B27-D155F2CF2F9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054876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83AAC-638E-844C-B2B2-3FC34FB69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8C761-6803-8C46-B56E-6C06FF672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43986E-20C3-244F-A4AA-9F7FE5BA1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31915-D76B-494D-8A0F-769D615AB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7B8B-1C3D-0248-9766-B43EFC67ABBA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3D7E2-B5CE-544F-B303-C08F0878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AB335-8B5A-D745-B300-2788895D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B686E-BA23-0342-9B27-D155F2CF2F9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595081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61FC4-11F8-F24C-BCF9-DFBA79179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EF1B1C-3854-504C-97FF-765C812ED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6F94CB-8C55-A44C-B954-3E79204B9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AA259-43C9-DF41-98F3-B1E9A3A89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7B8B-1C3D-0248-9766-B43EFC67ABBA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0AEB0-C8B3-E441-BD80-06497F0D7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F82F8-1D9E-664C-9477-2458A7695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B686E-BA23-0342-9B27-D155F2CF2F9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384426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9A921-7248-994D-9CFF-2222A8FA1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BAA21F-2B3F-2F41-94A8-3B10206C36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B1AE4-1C56-DB4B-99D8-61BAD5006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7B8B-1C3D-0248-9766-B43EFC67ABBA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363ED-0342-1D47-BCF7-F2DFAB332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02D77-734F-4D41-ABAD-F468C96FE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B686E-BA23-0342-9B27-D155F2CF2F9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324541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5C4202-AA96-8841-A436-FAC850425C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9F01F5-08C3-AD4D-9A74-7A9C28221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85C16-A743-8840-ABCB-057125889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7B8B-1C3D-0248-9766-B43EFC67ABBA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1B80C-25BB-CD42-AF79-D9860B9BE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64967-C679-3B47-A8E3-308714BF4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B686E-BA23-0342-9B27-D155F2CF2F9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84145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vmlDrawing" Target="../drawings/vmlDrawing1.v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17E05C-5184-F44B-B0C6-1F9B0D6DF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9E553-4CA2-5D46-8CF1-76144D2D2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2C837-0259-8A41-B6C5-5609116C0B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AF21B-F447-0147-8FFC-172E945958FD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200AE-4F08-554B-8DCF-0E3E66B843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EA1D2-A830-924C-BB84-CCC2480BE4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A755A-DE16-074B-9DD4-135650C8219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9235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C382766-0A5C-9F7A-6CED-0EF4EBCC8B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37802852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think-cell Slide" r:id="rId16" imgW="592" imgH="591" progId="TCLayout.ActiveDocument.1">
                  <p:embed/>
                </p:oleObj>
              </mc:Choice>
              <mc:Fallback>
                <p:oleObj name="think-cell Slide" r:id="rId16" imgW="592" imgH="591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C382766-0A5C-9F7A-6CED-0EF4EBCC8B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378D19-AB10-0879-5422-8E445DE47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300A2-266A-1D11-44B2-A942C4BCA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C7B50-9CDC-D7AA-E73D-D7C6B731E5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88C63-B4C9-4505-8D59-94C1B3419E8A}" type="datetimeFigureOut">
              <a:rPr lang="de-DE" smtClean="0"/>
              <a:t>25.10.22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A3ACE-5498-58E9-B475-F978D0A6F4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C1048-CE99-B052-0B6A-2F7CCAA75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11FF8-7559-4A12-98E7-966A932ABA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2175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72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15655-4985-1141-882D-762E1864C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58027-C67D-D34C-89DB-3D15E4988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B4D53-F3A1-6147-A58C-764CED44F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1D7B8B-1C3D-0248-9766-B43EFC67ABBA}" type="datetimeFigureOut">
              <a:rPr lang="en-DE" smtClean="0"/>
              <a:t>25.10.22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D4475-3186-6542-AA98-D84A42BC1F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50CF1-D600-554A-904C-993C96CB8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B686E-BA23-0342-9B27-D155F2CF2F9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39988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7.xml"/><Relationship Id="rId7" Type="http://schemas.openxmlformats.org/officeDocument/2006/relationships/image" Target="../media/image4.svg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1.emf"/><Relationship Id="rId10" Type="http://schemas.openxmlformats.org/officeDocument/2006/relationships/image" Target="../media/image7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xCz1OO-bAVBZYCEWGa2x5OOea5v7pBHGL7oUOXkWdtI/edit" TargetMode="External"/><Relationship Id="rId2" Type="http://schemas.openxmlformats.org/officeDocument/2006/relationships/hyperlink" Target="https://frankfurtschool.instructure.com/courses/7888/pages/session-1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C896C-9539-F24F-B46D-38F3BDFB22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E" dirty="0"/>
              <a:t>INTRODUCTION TO DATA ANLYTICS IN BUSINESS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47CD20-38DD-7C43-A9AD-E1A1C68CEE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DE" dirty="0">
                <a:highlight>
                  <a:srgbClr val="FFFF00"/>
                </a:highlight>
              </a:rPr>
              <a:t>GROUP PROJECT – APPROACH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A7FD7D9-1B94-7948-B00E-AF89D9E208AD}"/>
              </a:ext>
            </a:extLst>
          </p:cNvPr>
          <p:cNvGrpSpPr/>
          <p:nvPr/>
        </p:nvGrpSpPr>
        <p:grpSpPr>
          <a:xfrm>
            <a:off x="10591799" y="122236"/>
            <a:ext cx="1490400" cy="476101"/>
            <a:chOff x="10515599" y="185736"/>
            <a:chExt cx="1490400" cy="476101"/>
          </a:xfrm>
        </p:grpSpPr>
        <p:pic>
          <p:nvPicPr>
            <p:cNvPr id="10" name="Picture 9" descr="Text&#10;&#10;Description automatically generated with medium confidence">
              <a:extLst>
                <a:ext uri="{FF2B5EF4-FFF2-40B4-BE49-F238E27FC236}">
                  <a16:creationId xmlns:a16="http://schemas.microsoft.com/office/drawing/2014/main" id="{BEF7DB30-EB05-7646-94D1-C732EF949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5599" y="185736"/>
              <a:ext cx="1490400" cy="476101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DA7F717-F75F-B64D-8BC3-516CAEF8A979}"/>
                </a:ext>
              </a:extLst>
            </p:cNvPr>
            <p:cNvSpPr/>
            <p:nvPr/>
          </p:nvSpPr>
          <p:spPr>
            <a:xfrm>
              <a:off x="10515599" y="185736"/>
              <a:ext cx="1490400" cy="475200"/>
            </a:xfrm>
            <a:prstGeom prst="rect">
              <a:avLst/>
            </a:prstGeom>
            <a:solidFill>
              <a:srgbClr val="FFFF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</p:spTree>
    <p:extLst>
      <p:ext uri="{BB962C8B-B14F-4D97-AF65-F5344CB8AC3E}">
        <p14:creationId xmlns:p14="http://schemas.microsoft.com/office/powerpoint/2010/main" val="3306326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53D35-EB90-8246-BF7D-32EC411CF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DE" dirty="0"/>
              <a:t>Introduction to the Topic – Research Problem and Research Question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FC42-9481-AD4B-B328-594FB41482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Continuous Increases in the Number of Credit Card Holders make a systematic Approach to evaluating Applicants imperative</a:t>
            </a:r>
            <a:endParaRPr lang="en-D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14DEE8-0D30-344F-BE90-F786C7BD3005}"/>
              </a:ext>
            </a:extLst>
          </p:cNvPr>
          <p:cNvSpPr/>
          <p:nvPr/>
        </p:nvSpPr>
        <p:spPr>
          <a:xfrm>
            <a:off x="2063042" y="1908635"/>
            <a:ext cx="9747957" cy="10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135000" lvl="1" indent="-1350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Credit card </a:t>
            </a:r>
            <a:r>
              <a:rPr lang="en-US" sz="1200" b="1" dirty="0">
                <a:solidFill>
                  <a:srgbClr val="194377"/>
                </a:solidFill>
              </a:rPr>
              <a:t>ownership has increased significantly</a:t>
            </a:r>
            <a:r>
              <a:rPr lang="en-US" sz="1200" dirty="0">
                <a:solidFill>
                  <a:schemeClr val="tx1"/>
                </a:solidFill>
              </a:rPr>
              <a:t> over the past decades, making it today very wide-spread</a:t>
            </a:r>
          </a:p>
          <a:p>
            <a:pPr marL="135000" lvl="1" indent="-1350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Percentage of owning a credit card in an American household is at over 70% percent </a:t>
            </a:r>
          </a:p>
          <a:p>
            <a:pPr marL="135000" lvl="1" indent="-13500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CB5BE3-EA81-764A-9EFF-DAF7CD25948A}"/>
              </a:ext>
            </a:extLst>
          </p:cNvPr>
          <p:cNvSpPr/>
          <p:nvPr/>
        </p:nvSpPr>
        <p:spPr>
          <a:xfrm>
            <a:off x="2063042" y="3092603"/>
            <a:ext cx="9747957" cy="10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135000" lvl="1" indent="-1350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Credit card </a:t>
            </a:r>
            <a:r>
              <a:rPr lang="en-US" sz="1200" b="1" dirty="0">
                <a:solidFill>
                  <a:srgbClr val="194377"/>
                </a:solidFill>
              </a:rPr>
              <a:t>loans make up an exceptionally high percentage </a:t>
            </a:r>
            <a:r>
              <a:rPr lang="en-US" sz="1200" dirty="0">
                <a:solidFill>
                  <a:schemeClr val="tx1"/>
                </a:solidFill>
              </a:rPr>
              <a:t>of Banks’ debt</a:t>
            </a:r>
          </a:p>
          <a:p>
            <a:pPr marL="135000" lvl="1" indent="-1350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During 2019, credit card debt had reached more than USD 971B (5% increase over 2018)</a:t>
            </a:r>
          </a:p>
          <a:p>
            <a:pPr marL="135000" lvl="1" indent="-13500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87A1DB-2A22-CC4F-846F-8F7A98CC786E}"/>
              </a:ext>
            </a:extLst>
          </p:cNvPr>
          <p:cNvSpPr/>
          <p:nvPr/>
        </p:nvSpPr>
        <p:spPr>
          <a:xfrm>
            <a:off x="381000" y="1908635"/>
            <a:ext cx="1548000" cy="1044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CREDIT CARD OWNERSHIP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7A2AEE-C0D8-6449-9F32-4023422B782D}"/>
              </a:ext>
            </a:extLst>
          </p:cNvPr>
          <p:cNvSpPr/>
          <p:nvPr/>
        </p:nvSpPr>
        <p:spPr>
          <a:xfrm>
            <a:off x="381000" y="3092603"/>
            <a:ext cx="1548000" cy="1044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CREDIT CARD DEBT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05DC64-B4BD-1349-9C65-993D4269D42E}"/>
              </a:ext>
            </a:extLst>
          </p:cNvPr>
          <p:cNvSpPr/>
          <p:nvPr/>
        </p:nvSpPr>
        <p:spPr>
          <a:xfrm>
            <a:off x="2063042" y="1456619"/>
            <a:ext cx="9747957" cy="337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lvl="1"/>
            <a:r>
              <a:rPr lang="en-US" sz="1400" dirty="0">
                <a:solidFill>
                  <a:schemeClr val="tx1"/>
                </a:solidFill>
              </a:rPr>
              <a:t>Details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A5A7EE-26B7-B645-9BEC-F0582570825F}"/>
              </a:ext>
            </a:extLst>
          </p:cNvPr>
          <p:cNvSpPr/>
          <p:nvPr/>
        </p:nvSpPr>
        <p:spPr>
          <a:xfrm>
            <a:off x="381000" y="1456619"/>
            <a:ext cx="1548000" cy="337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Drivers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EF0D38-8295-A04C-BAF3-C3E4D5DA888B}"/>
              </a:ext>
            </a:extLst>
          </p:cNvPr>
          <p:cNvSpPr/>
          <p:nvPr/>
        </p:nvSpPr>
        <p:spPr>
          <a:xfrm>
            <a:off x="2063042" y="4276571"/>
            <a:ext cx="9747957" cy="10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135000" lvl="1" indent="-1350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14BB96-650F-6845-BC63-19626125CF9C}"/>
              </a:ext>
            </a:extLst>
          </p:cNvPr>
          <p:cNvSpPr/>
          <p:nvPr/>
        </p:nvSpPr>
        <p:spPr>
          <a:xfrm>
            <a:off x="381000" y="4276571"/>
            <a:ext cx="1548000" cy="1044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81DDE7-5ECB-3442-AA9C-F696114163BD}"/>
              </a:ext>
            </a:extLst>
          </p:cNvPr>
          <p:cNvSpPr/>
          <p:nvPr/>
        </p:nvSpPr>
        <p:spPr>
          <a:xfrm>
            <a:off x="380999" y="5912817"/>
            <a:ext cx="11429999" cy="468000"/>
          </a:xfrm>
          <a:prstGeom prst="rect">
            <a:avLst/>
          </a:prstGeom>
          <a:solidFill>
            <a:srgbClr val="19437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n-US" sz="1400" dirty="0"/>
              <a:t>Research Question: …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5877EC-25F8-BC47-B2EC-10174822FD98}"/>
              </a:ext>
            </a:extLst>
          </p:cNvPr>
          <p:cNvCxnSpPr>
            <a:cxnSpLocks/>
          </p:cNvCxnSpPr>
          <p:nvPr/>
        </p:nvCxnSpPr>
        <p:spPr>
          <a:xfrm>
            <a:off x="381000" y="1800152"/>
            <a:ext cx="1548000" cy="0"/>
          </a:xfrm>
          <a:prstGeom prst="line">
            <a:avLst/>
          </a:prstGeom>
          <a:ln w="12700">
            <a:solidFill>
              <a:srgbClr val="1943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C3A0D86-AC47-8A43-8E3F-6B45552CBD22}"/>
              </a:ext>
            </a:extLst>
          </p:cNvPr>
          <p:cNvCxnSpPr>
            <a:cxnSpLocks/>
          </p:cNvCxnSpPr>
          <p:nvPr/>
        </p:nvCxnSpPr>
        <p:spPr>
          <a:xfrm>
            <a:off x="2063042" y="1794063"/>
            <a:ext cx="9747957" cy="0"/>
          </a:xfrm>
          <a:prstGeom prst="line">
            <a:avLst/>
          </a:prstGeom>
          <a:ln w="12700">
            <a:solidFill>
              <a:srgbClr val="1943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riangle 18">
            <a:extLst>
              <a:ext uri="{FF2B5EF4-FFF2-40B4-BE49-F238E27FC236}">
                <a16:creationId xmlns:a16="http://schemas.microsoft.com/office/drawing/2014/main" id="{0E2CDA02-39E7-E245-BE8F-254461FFA170}"/>
              </a:ext>
            </a:extLst>
          </p:cNvPr>
          <p:cNvSpPr/>
          <p:nvPr/>
        </p:nvSpPr>
        <p:spPr>
          <a:xfrm rot="5400000">
            <a:off x="156168" y="6064521"/>
            <a:ext cx="614254" cy="164592"/>
          </a:xfrm>
          <a:prstGeom prst="triangle">
            <a:avLst/>
          </a:prstGeom>
          <a:solidFill>
            <a:srgbClr val="19437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85986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53D35-EB90-8246-BF7D-32EC411CF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DE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FC42-9481-AD4B-B328-594FB41482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DE" dirty="0"/>
              <a:t>For final Group Presentation on November 03, 2022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14DEE8-0D30-344F-BE90-F786C7BD3005}"/>
              </a:ext>
            </a:extLst>
          </p:cNvPr>
          <p:cNvSpPr/>
          <p:nvPr/>
        </p:nvSpPr>
        <p:spPr>
          <a:xfrm>
            <a:off x="1052386" y="1908635"/>
            <a:ext cx="6623762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0" lvl="1"/>
            <a:r>
              <a:rPr lang="en-US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CB5BE3-EA81-764A-9EFF-DAF7CD25948A}"/>
              </a:ext>
            </a:extLst>
          </p:cNvPr>
          <p:cNvSpPr/>
          <p:nvPr/>
        </p:nvSpPr>
        <p:spPr>
          <a:xfrm>
            <a:off x="1052386" y="3092603"/>
            <a:ext cx="6623762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0" lvl="1"/>
            <a:r>
              <a:rPr lang="en-US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87A1DB-2A22-CC4F-846F-8F7A98CC786E}"/>
              </a:ext>
            </a:extLst>
          </p:cNvPr>
          <p:cNvSpPr/>
          <p:nvPr/>
        </p:nvSpPr>
        <p:spPr>
          <a:xfrm>
            <a:off x="381000" y="1908635"/>
            <a:ext cx="540000" cy="54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7A2AEE-C0D8-6449-9F32-4023422B782D}"/>
              </a:ext>
            </a:extLst>
          </p:cNvPr>
          <p:cNvSpPr/>
          <p:nvPr/>
        </p:nvSpPr>
        <p:spPr>
          <a:xfrm>
            <a:off x="381000" y="3092603"/>
            <a:ext cx="540000" cy="54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05DC64-B4BD-1349-9C65-993D4269D42E}"/>
              </a:ext>
            </a:extLst>
          </p:cNvPr>
          <p:cNvSpPr/>
          <p:nvPr/>
        </p:nvSpPr>
        <p:spPr>
          <a:xfrm>
            <a:off x="1052386" y="1456619"/>
            <a:ext cx="6623762" cy="337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lvl="1"/>
            <a:r>
              <a:rPr lang="en-US" sz="1400" dirty="0">
                <a:solidFill>
                  <a:schemeClr val="tx1"/>
                </a:solidFill>
              </a:rPr>
              <a:t>Agenda Point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A5A7EE-26B7-B645-9BEC-F0582570825F}"/>
              </a:ext>
            </a:extLst>
          </p:cNvPr>
          <p:cNvSpPr/>
          <p:nvPr/>
        </p:nvSpPr>
        <p:spPr>
          <a:xfrm>
            <a:off x="381000" y="1456619"/>
            <a:ext cx="540000" cy="337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No.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EF0D38-8295-A04C-BAF3-C3E4D5DA888B}"/>
              </a:ext>
            </a:extLst>
          </p:cNvPr>
          <p:cNvSpPr/>
          <p:nvPr/>
        </p:nvSpPr>
        <p:spPr>
          <a:xfrm>
            <a:off x="1052386" y="4276571"/>
            <a:ext cx="6623762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0" lvl="1"/>
            <a:r>
              <a:rPr lang="en-US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14BB96-650F-6845-BC63-19626125CF9C}"/>
              </a:ext>
            </a:extLst>
          </p:cNvPr>
          <p:cNvSpPr/>
          <p:nvPr/>
        </p:nvSpPr>
        <p:spPr>
          <a:xfrm>
            <a:off x="381000" y="4276571"/>
            <a:ext cx="540000" cy="54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5877EC-25F8-BC47-B2EC-10174822FD98}"/>
              </a:ext>
            </a:extLst>
          </p:cNvPr>
          <p:cNvCxnSpPr>
            <a:cxnSpLocks/>
          </p:cNvCxnSpPr>
          <p:nvPr/>
        </p:nvCxnSpPr>
        <p:spPr>
          <a:xfrm>
            <a:off x="381000" y="1800152"/>
            <a:ext cx="540000" cy="0"/>
          </a:xfrm>
          <a:prstGeom prst="line">
            <a:avLst/>
          </a:prstGeom>
          <a:ln w="12700">
            <a:solidFill>
              <a:srgbClr val="1943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C3A0D86-AC47-8A43-8E3F-6B45552CBD22}"/>
              </a:ext>
            </a:extLst>
          </p:cNvPr>
          <p:cNvCxnSpPr>
            <a:cxnSpLocks/>
          </p:cNvCxnSpPr>
          <p:nvPr/>
        </p:nvCxnSpPr>
        <p:spPr>
          <a:xfrm>
            <a:off x="1052385" y="1794063"/>
            <a:ext cx="6623762" cy="0"/>
          </a:xfrm>
          <a:prstGeom prst="line">
            <a:avLst/>
          </a:prstGeom>
          <a:ln w="12700">
            <a:solidFill>
              <a:srgbClr val="1943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19BDDDF-340B-9D4B-B5A0-B2446A485916}"/>
              </a:ext>
            </a:extLst>
          </p:cNvPr>
          <p:cNvSpPr/>
          <p:nvPr/>
        </p:nvSpPr>
        <p:spPr>
          <a:xfrm>
            <a:off x="7807532" y="1908635"/>
            <a:ext cx="2046331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0" lvl="1"/>
            <a:r>
              <a:rPr lang="en-US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540C36-86FD-6F44-9896-3BAE54C88D31}"/>
              </a:ext>
            </a:extLst>
          </p:cNvPr>
          <p:cNvSpPr/>
          <p:nvPr/>
        </p:nvSpPr>
        <p:spPr>
          <a:xfrm>
            <a:off x="7807532" y="3092603"/>
            <a:ext cx="2046331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0" lvl="1"/>
            <a:r>
              <a:rPr lang="en-US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8E555F-0A4A-E74D-B044-816B7855C98C}"/>
              </a:ext>
            </a:extLst>
          </p:cNvPr>
          <p:cNvSpPr/>
          <p:nvPr/>
        </p:nvSpPr>
        <p:spPr>
          <a:xfrm>
            <a:off x="7807532" y="1456619"/>
            <a:ext cx="2046331" cy="337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lvl="1"/>
            <a:r>
              <a:rPr lang="en-US" sz="1400" dirty="0">
                <a:solidFill>
                  <a:schemeClr val="tx1"/>
                </a:solidFill>
              </a:rPr>
              <a:t>Agenda Point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2953B6-932F-E244-8DBF-B586CCF7CEA6}"/>
              </a:ext>
            </a:extLst>
          </p:cNvPr>
          <p:cNvSpPr/>
          <p:nvPr/>
        </p:nvSpPr>
        <p:spPr>
          <a:xfrm>
            <a:off x="7807532" y="4276571"/>
            <a:ext cx="2046331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0" lvl="1"/>
            <a:r>
              <a:rPr lang="en-US" sz="12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66904CF-1C9D-1F4D-A93A-50C7C3A6B109}"/>
              </a:ext>
            </a:extLst>
          </p:cNvPr>
          <p:cNvCxnSpPr>
            <a:cxnSpLocks/>
          </p:cNvCxnSpPr>
          <p:nvPr/>
        </p:nvCxnSpPr>
        <p:spPr>
          <a:xfrm>
            <a:off x="7807531" y="1794063"/>
            <a:ext cx="2046331" cy="0"/>
          </a:xfrm>
          <a:prstGeom prst="line">
            <a:avLst/>
          </a:prstGeom>
          <a:ln w="12700">
            <a:solidFill>
              <a:srgbClr val="1943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6BD2606-4484-9147-9DE8-CBAC65923597}"/>
              </a:ext>
            </a:extLst>
          </p:cNvPr>
          <p:cNvSpPr/>
          <p:nvPr/>
        </p:nvSpPr>
        <p:spPr>
          <a:xfrm>
            <a:off x="9981237" y="1908635"/>
            <a:ext cx="1829763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0" lvl="1"/>
            <a:r>
              <a:rPr lang="en-US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9307A1-DF27-C14F-8391-A8B583EF977E}"/>
              </a:ext>
            </a:extLst>
          </p:cNvPr>
          <p:cNvSpPr/>
          <p:nvPr/>
        </p:nvSpPr>
        <p:spPr>
          <a:xfrm>
            <a:off x="9981237" y="3092603"/>
            <a:ext cx="1829763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0" lvl="1"/>
            <a:r>
              <a:rPr lang="en-US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1B2C0E-EB0E-8F4B-B27F-A4563528E266}"/>
              </a:ext>
            </a:extLst>
          </p:cNvPr>
          <p:cNvSpPr/>
          <p:nvPr/>
        </p:nvSpPr>
        <p:spPr>
          <a:xfrm>
            <a:off x="9981237" y="1456619"/>
            <a:ext cx="1829763" cy="337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lvl="1"/>
            <a:r>
              <a:rPr lang="en-US" sz="1400" dirty="0">
                <a:solidFill>
                  <a:schemeClr val="tx1"/>
                </a:solidFill>
              </a:rPr>
              <a:t>Agenda Point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1FF46D-5A8C-1947-B22F-3609C0348D2B}"/>
              </a:ext>
            </a:extLst>
          </p:cNvPr>
          <p:cNvSpPr/>
          <p:nvPr/>
        </p:nvSpPr>
        <p:spPr>
          <a:xfrm>
            <a:off x="9981237" y="4276571"/>
            <a:ext cx="1829763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0" lvl="1"/>
            <a:r>
              <a:rPr lang="en-US" sz="12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008D806-EE02-5D49-AF27-B5A17077AE2F}"/>
              </a:ext>
            </a:extLst>
          </p:cNvPr>
          <p:cNvCxnSpPr>
            <a:cxnSpLocks/>
          </p:cNvCxnSpPr>
          <p:nvPr/>
        </p:nvCxnSpPr>
        <p:spPr>
          <a:xfrm>
            <a:off x="9981236" y="1794063"/>
            <a:ext cx="1829763" cy="0"/>
          </a:xfrm>
          <a:prstGeom prst="line">
            <a:avLst/>
          </a:prstGeom>
          <a:ln w="12700">
            <a:solidFill>
              <a:srgbClr val="1943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906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E62749C-F719-213F-62B1-CBB675D7450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E62749C-F719-213F-62B1-CBB675D745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D635655-3C77-C061-B665-6CCC8D761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 fontScale="90000"/>
          </a:bodyPr>
          <a:lstStyle/>
          <a:p>
            <a:r>
              <a:rPr lang="en-US" dirty="0"/>
              <a:t>HEADLINE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A85351-7674-CB61-396D-0F085ECD3EC0}"/>
              </a:ext>
            </a:extLst>
          </p:cNvPr>
          <p:cNvSpPr/>
          <p:nvPr/>
        </p:nvSpPr>
        <p:spPr>
          <a:xfrm>
            <a:off x="2033972" y="1222132"/>
            <a:ext cx="3190142" cy="404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HEADLINE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63E942-98D1-AD25-4401-AE8DDA8B822B}"/>
              </a:ext>
            </a:extLst>
          </p:cNvPr>
          <p:cNvSpPr/>
          <p:nvPr/>
        </p:nvSpPr>
        <p:spPr>
          <a:xfrm>
            <a:off x="5325949" y="1222132"/>
            <a:ext cx="3190142" cy="40444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HEADLINE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7E1F96-F8AF-4D45-A008-1AE63008F900}"/>
              </a:ext>
            </a:extLst>
          </p:cNvPr>
          <p:cNvSpPr/>
          <p:nvPr/>
        </p:nvSpPr>
        <p:spPr>
          <a:xfrm>
            <a:off x="8620858" y="1222132"/>
            <a:ext cx="3190142" cy="40444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HEADLINE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1353F1-4A62-34EA-8B97-43286240F961}"/>
              </a:ext>
            </a:extLst>
          </p:cNvPr>
          <p:cNvSpPr/>
          <p:nvPr/>
        </p:nvSpPr>
        <p:spPr>
          <a:xfrm>
            <a:off x="2063043" y="1827953"/>
            <a:ext cx="3132000" cy="10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135000" lvl="1" indent="-13500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5EB81B-5DC8-B795-93AA-122C43BE7F31}"/>
              </a:ext>
            </a:extLst>
          </p:cNvPr>
          <p:cNvSpPr/>
          <p:nvPr/>
        </p:nvSpPr>
        <p:spPr>
          <a:xfrm>
            <a:off x="5355020" y="1827953"/>
            <a:ext cx="3132000" cy="104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135000" lvl="1" indent="-13500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BE9AB9-3ABB-61C7-6A03-6ADD72D53021}"/>
              </a:ext>
            </a:extLst>
          </p:cNvPr>
          <p:cNvSpPr/>
          <p:nvPr/>
        </p:nvSpPr>
        <p:spPr>
          <a:xfrm>
            <a:off x="8649929" y="1827953"/>
            <a:ext cx="3132000" cy="1044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135000" lvl="1" indent="-13500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66298B-790C-8834-8974-023763F1C423}"/>
              </a:ext>
            </a:extLst>
          </p:cNvPr>
          <p:cNvSpPr/>
          <p:nvPr/>
        </p:nvSpPr>
        <p:spPr>
          <a:xfrm>
            <a:off x="2063043" y="3011921"/>
            <a:ext cx="3132000" cy="10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135000" lvl="1" indent="-13500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A3C9C6-C677-7FDA-FE63-CE704D076758}"/>
              </a:ext>
            </a:extLst>
          </p:cNvPr>
          <p:cNvSpPr/>
          <p:nvPr/>
        </p:nvSpPr>
        <p:spPr>
          <a:xfrm>
            <a:off x="5355020" y="3011921"/>
            <a:ext cx="3132000" cy="104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135000" lvl="1" indent="-13500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C5A0C4-A0CE-8D47-DB4B-7E300C3B1377}"/>
              </a:ext>
            </a:extLst>
          </p:cNvPr>
          <p:cNvSpPr/>
          <p:nvPr/>
        </p:nvSpPr>
        <p:spPr>
          <a:xfrm>
            <a:off x="8649929" y="3011921"/>
            <a:ext cx="3132000" cy="1044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135000" lvl="1" indent="-13500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4F3D2D-ABB6-9602-C119-1EEEB4088A6B}"/>
              </a:ext>
            </a:extLst>
          </p:cNvPr>
          <p:cNvSpPr/>
          <p:nvPr/>
        </p:nvSpPr>
        <p:spPr>
          <a:xfrm>
            <a:off x="2063043" y="4195889"/>
            <a:ext cx="3132000" cy="10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135000" lvl="1" indent="-13500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4398F2-219E-A47C-2CE5-6BEA6959D417}"/>
              </a:ext>
            </a:extLst>
          </p:cNvPr>
          <p:cNvSpPr/>
          <p:nvPr/>
        </p:nvSpPr>
        <p:spPr>
          <a:xfrm>
            <a:off x="5355020" y="4195889"/>
            <a:ext cx="3132000" cy="104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135000" lvl="1" indent="-13500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12DC10-C2C6-4550-B056-77DC298E6678}"/>
              </a:ext>
            </a:extLst>
          </p:cNvPr>
          <p:cNvSpPr/>
          <p:nvPr/>
        </p:nvSpPr>
        <p:spPr>
          <a:xfrm>
            <a:off x="8649929" y="4195889"/>
            <a:ext cx="3132000" cy="1044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135000" lvl="1" indent="-13500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36E0D9-7DB5-FCE0-A66B-ADF3674B04FB}"/>
              </a:ext>
            </a:extLst>
          </p:cNvPr>
          <p:cNvSpPr/>
          <p:nvPr/>
        </p:nvSpPr>
        <p:spPr>
          <a:xfrm>
            <a:off x="2063043" y="5379856"/>
            <a:ext cx="3132000" cy="10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135000" lvl="1" indent="-13500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EA51AF-2E83-C5B3-C5A8-26E93EA32203}"/>
              </a:ext>
            </a:extLst>
          </p:cNvPr>
          <p:cNvSpPr/>
          <p:nvPr/>
        </p:nvSpPr>
        <p:spPr>
          <a:xfrm>
            <a:off x="5355020" y="5379856"/>
            <a:ext cx="3132000" cy="104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135000" lvl="1" indent="-13500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041156-186E-080E-8F25-848EB8009BF2}"/>
              </a:ext>
            </a:extLst>
          </p:cNvPr>
          <p:cNvSpPr/>
          <p:nvPr/>
        </p:nvSpPr>
        <p:spPr>
          <a:xfrm>
            <a:off x="8649929" y="5379856"/>
            <a:ext cx="3132000" cy="1044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135000" lvl="1" indent="-13500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124235-2404-FA87-1EDA-7FB701103DA0}"/>
              </a:ext>
            </a:extLst>
          </p:cNvPr>
          <p:cNvSpPr/>
          <p:nvPr/>
        </p:nvSpPr>
        <p:spPr>
          <a:xfrm>
            <a:off x="381000" y="1827953"/>
            <a:ext cx="1548000" cy="1044000"/>
          </a:xfrm>
          <a:prstGeom prst="rect">
            <a:avLst/>
          </a:prstGeom>
          <a:solidFill>
            <a:srgbClr val="19437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HEADLINE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BB5B10-A69C-98EA-9502-C78DC802DB52}"/>
              </a:ext>
            </a:extLst>
          </p:cNvPr>
          <p:cNvSpPr/>
          <p:nvPr/>
        </p:nvSpPr>
        <p:spPr>
          <a:xfrm>
            <a:off x="381000" y="3011921"/>
            <a:ext cx="1548000" cy="1044000"/>
          </a:xfrm>
          <a:prstGeom prst="rect">
            <a:avLst/>
          </a:prstGeom>
          <a:solidFill>
            <a:srgbClr val="19437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HEADLINE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2E0BA80-5B2B-66D6-A8C8-388B3790D6F7}"/>
              </a:ext>
            </a:extLst>
          </p:cNvPr>
          <p:cNvSpPr/>
          <p:nvPr/>
        </p:nvSpPr>
        <p:spPr>
          <a:xfrm>
            <a:off x="381000" y="5379856"/>
            <a:ext cx="1548000" cy="1044000"/>
          </a:xfrm>
          <a:prstGeom prst="rect">
            <a:avLst/>
          </a:prstGeom>
          <a:solidFill>
            <a:srgbClr val="19437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HEADLINE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8D4E33-6F77-6F0B-8AB2-19A0E4EB0FCD}"/>
              </a:ext>
            </a:extLst>
          </p:cNvPr>
          <p:cNvSpPr/>
          <p:nvPr/>
        </p:nvSpPr>
        <p:spPr>
          <a:xfrm>
            <a:off x="381000" y="4195889"/>
            <a:ext cx="1548000" cy="1044000"/>
          </a:xfrm>
          <a:prstGeom prst="rect">
            <a:avLst/>
          </a:prstGeom>
          <a:solidFill>
            <a:srgbClr val="19437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HEADLINE</a:t>
            </a:r>
          </a:p>
        </p:txBody>
      </p:sp>
      <p:pic>
        <p:nvPicPr>
          <p:cNvPr id="1024" name="Graphic 1023">
            <a:extLst>
              <a:ext uri="{FF2B5EF4-FFF2-40B4-BE49-F238E27FC236}">
                <a16:creationId xmlns:a16="http://schemas.microsoft.com/office/drawing/2014/main" id="{8CAB091C-1B04-0699-78FA-ACE02E2E7D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98925" y="1218314"/>
            <a:ext cx="412075" cy="412075"/>
          </a:xfrm>
          <a:prstGeom prst="rect">
            <a:avLst/>
          </a:prstGeom>
        </p:spPr>
      </p:pic>
      <p:pic>
        <p:nvPicPr>
          <p:cNvPr id="1027" name="Graphic 1026">
            <a:extLst>
              <a:ext uri="{FF2B5EF4-FFF2-40B4-BE49-F238E27FC236}">
                <a16:creationId xmlns:a16="http://schemas.microsoft.com/office/drawing/2014/main" id="{6F7BBFF3-E5D8-85FE-C5C3-DC89129F2A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04016" y="1218314"/>
            <a:ext cx="412075" cy="412075"/>
          </a:xfrm>
          <a:prstGeom prst="rect">
            <a:avLst/>
          </a:prstGeom>
        </p:spPr>
      </p:pic>
      <p:pic>
        <p:nvPicPr>
          <p:cNvPr id="1029" name="Graphic 1028">
            <a:extLst>
              <a:ext uri="{FF2B5EF4-FFF2-40B4-BE49-F238E27FC236}">
                <a16:creationId xmlns:a16="http://schemas.microsoft.com/office/drawing/2014/main" id="{8501FEC9-FEEE-268A-B9EB-E27DE7157E3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12039" y="1218315"/>
            <a:ext cx="412075" cy="412075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AB307F8E-A1A5-4E14-206C-6AA98799519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25949" y="1218314"/>
            <a:ext cx="412075" cy="412075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74E7752A-435C-0B97-8F9C-452E0FB828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20858" y="1218314"/>
            <a:ext cx="412075" cy="41207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E63F3D64-7605-BD5E-A8D0-2E536E4A04E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33972" y="1218314"/>
            <a:ext cx="412075" cy="41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298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53D35-EB90-8246-BF7D-32EC411CF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General: Guid</a:t>
            </a:r>
            <a:r>
              <a:rPr lang="en-GB" dirty="0"/>
              <a:t>e</a:t>
            </a:r>
            <a:r>
              <a:rPr lang="en-DE" dirty="0"/>
              <a:t>lines on Micropublications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B33DF0-5B79-D440-BF3B-834A18CA28CF}"/>
              </a:ext>
            </a:extLst>
          </p:cNvPr>
          <p:cNvSpPr/>
          <p:nvPr/>
        </p:nvSpPr>
        <p:spPr>
          <a:xfrm>
            <a:off x="838200" y="1690688"/>
            <a:ext cx="10515600" cy="45533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Micropublications </a:t>
            </a:r>
            <a:r>
              <a:rPr lang="en-GB" sz="1400" b="1" u="sng" dirty="0">
                <a:solidFill>
                  <a:schemeClr val="tx1"/>
                </a:solidFill>
              </a:rPr>
              <a:t>report a single finding</a:t>
            </a:r>
            <a:r>
              <a:rPr lang="en-GB" sz="1400" dirty="0">
                <a:solidFill>
                  <a:schemeClr val="tx1"/>
                </a:solidFill>
              </a:rPr>
              <a:t>, observation, or method.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You do </a:t>
            </a:r>
            <a:r>
              <a:rPr lang="en-GB" sz="1400" b="1" u="sng" dirty="0">
                <a:solidFill>
                  <a:schemeClr val="tx1"/>
                </a:solidFill>
              </a:rPr>
              <a:t>not need to justify the impact or relevance</a:t>
            </a:r>
            <a:r>
              <a:rPr lang="en-GB" sz="1400" dirty="0">
                <a:solidFill>
                  <a:schemeClr val="tx1"/>
                </a:solidFill>
              </a:rPr>
              <a:t> of the results you are publishing, only their scientific rigor.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u="sng" dirty="0">
                <a:solidFill>
                  <a:schemeClr val="tx1"/>
                </a:solidFill>
              </a:rPr>
              <a:t>All materials</a:t>
            </a:r>
            <a:r>
              <a:rPr lang="en-GB" sz="1400" dirty="0">
                <a:solidFill>
                  <a:schemeClr val="tx1"/>
                </a:solidFill>
              </a:rPr>
              <a:t>, code, data, and protocols used to produce the work </a:t>
            </a:r>
            <a:r>
              <a:rPr lang="en-GB" sz="1400" b="1" u="sng" dirty="0">
                <a:solidFill>
                  <a:schemeClr val="tx1"/>
                </a:solidFill>
              </a:rPr>
              <a:t>should be included</a:t>
            </a:r>
            <a:r>
              <a:rPr lang="en-GB" sz="1400" dirty="0">
                <a:solidFill>
                  <a:schemeClr val="tx1"/>
                </a:solidFill>
              </a:rPr>
              <a:t> or linked 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Further details on the micropublication template (document, that will actually be submitted and published) under the following two links: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  <a:hlinkClick r:id="rId2"/>
              </a:rPr>
              <a:t>https://frankfurtschool.instructure.com/courses/7888/pages/session-1</a:t>
            </a:r>
            <a:endParaRPr lang="en-GB" sz="14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  <a:hlinkClick r:id="rId3"/>
              </a:rPr>
              <a:t>https://docs.google.com/document/d/1xCz1OO-bAVBZYCEWGa2x5OOea5v7pBHGL7oUOXkWdtI/edit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826490-F050-3140-BCC4-7C1B01464623}"/>
              </a:ext>
            </a:extLst>
          </p:cNvPr>
          <p:cNvSpPr/>
          <p:nvPr/>
        </p:nvSpPr>
        <p:spPr>
          <a:xfrm>
            <a:off x="4458789" y="6492875"/>
            <a:ext cx="6895011" cy="15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100" dirty="0">
                <a:solidFill>
                  <a:schemeClr val="tx1"/>
                </a:solidFill>
              </a:rPr>
              <a:t>https://</a:t>
            </a:r>
            <a:r>
              <a:rPr lang="en-GB" sz="1100" dirty="0" err="1">
                <a:solidFill>
                  <a:schemeClr val="tx1"/>
                </a:solidFill>
              </a:rPr>
              <a:t>frankfurtschool.instructure.com</a:t>
            </a:r>
            <a:r>
              <a:rPr lang="en-GB" sz="1100" dirty="0">
                <a:solidFill>
                  <a:schemeClr val="tx1"/>
                </a:solidFill>
              </a:rPr>
              <a:t>/courses/7888/pages/session-1</a:t>
            </a:r>
            <a:endParaRPr lang="en-DE" sz="11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A557E2-DD20-BE44-94AB-DFE38917BFAF}"/>
              </a:ext>
            </a:extLst>
          </p:cNvPr>
          <p:cNvSpPr/>
          <p:nvPr/>
        </p:nvSpPr>
        <p:spPr>
          <a:xfrm>
            <a:off x="9575800" y="0"/>
            <a:ext cx="2616200" cy="4616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solidFill>
                  <a:schemeClr val="tx1"/>
                </a:solidFill>
              </a:rPr>
              <a:t>To be deleted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200" dirty="0">
                <a:solidFill>
                  <a:schemeClr val="tx1"/>
                </a:solidFill>
              </a:rPr>
              <a:t>For us as info</a:t>
            </a:r>
          </a:p>
        </p:txBody>
      </p:sp>
    </p:spTree>
    <p:extLst>
      <p:ext uri="{BB962C8B-B14F-4D97-AF65-F5344CB8AC3E}">
        <p14:creationId xmlns:p14="http://schemas.microsoft.com/office/powerpoint/2010/main" val="42761273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5882D5083A8084882CE81C82864490E" ma:contentTypeVersion="4" ma:contentTypeDescription="Ein neues Dokument erstellen." ma:contentTypeScope="" ma:versionID="90073ca172ab8415a619929be56ee7bf">
  <xsd:schema xmlns:xsd="http://www.w3.org/2001/XMLSchema" xmlns:xs="http://www.w3.org/2001/XMLSchema" xmlns:p="http://schemas.microsoft.com/office/2006/metadata/properties" xmlns:ns2="6186eb59-1c78-4586-82e7-c9ac7c163425" xmlns:ns3="f066a556-2888-4216-bce0-d179708c0fad" targetNamespace="http://schemas.microsoft.com/office/2006/metadata/properties" ma:root="true" ma:fieldsID="41db5ed8209fab507265be099953c579" ns2:_="" ns3:_="">
    <xsd:import namespace="6186eb59-1c78-4586-82e7-c9ac7c163425"/>
    <xsd:import namespace="f066a556-2888-4216-bce0-d179708c0fad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86eb59-1c78-4586-82e7-c9ac7c16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66a556-2888-4216-bce0-d179708c0f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33032A-7BBB-49BB-9D37-6F24F68CD5D8}">
  <ds:schemaRefs>
    <ds:schemaRef ds:uri="http://www.w3.org/XML/1998/namespace"/>
    <ds:schemaRef ds:uri="6186eb59-1c78-4586-82e7-c9ac7c163425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f066a556-2888-4216-bce0-d179708c0fad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0C9C0BD-B0A9-4246-915A-DDE11BA1EE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86eb59-1c78-4586-82e7-c9ac7c163425"/>
    <ds:schemaRef ds:uri="f066a556-2888-4216-bce0-d179708c0f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D23057-4009-43B9-BC03-4315B1F7CA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1129</TotalTime>
  <Words>300</Words>
  <Application>Microsoft Macintosh PowerPoint</Application>
  <PresentationFormat>Widescreen</PresentationFormat>
  <Paragraphs>68</Paragraphs>
  <Slides>5</Slides>
  <Notes>0</Notes>
  <HiddenSlides>2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Custom Design</vt:lpstr>
      <vt:lpstr>1_Custom Design</vt:lpstr>
      <vt:lpstr>think-cell Slide</vt:lpstr>
      <vt:lpstr>INTRODUCTION TO DATA ANLYTICS IN BUSINESS</vt:lpstr>
      <vt:lpstr>Introduction to the Topic – Research Problem and Research Question</vt:lpstr>
      <vt:lpstr>Agenda</vt:lpstr>
      <vt:lpstr>HEADLINE</vt:lpstr>
      <vt:lpstr>General: Guidelines on Micropublications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Marco Peters</dc:creator>
  <cp:lastModifiedBy>Marco Peters</cp:lastModifiedBy>
  <cp:revision>5</cp:revision>
  <dcterms:created xsi:type="dcterms:W3CDTF">2022-10-06T13:12:55Z</dcterms:created>
  <dcterms:modified xsi:type="dcterms:W3CDTF">2022-10-25T16:00:16Z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0x010100A5882D5083A8084882CE81C82864490E</vt:lpwstr>
  </property>
</Properties>
</file>